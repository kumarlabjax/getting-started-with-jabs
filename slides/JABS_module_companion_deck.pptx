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60" r:id="rId3"/>
    <p:sldId id="263" r:id="rId4"/>
    <p:sldId id="264" r:id="rId5"/>
    <p:sldId id="289" r:id="rId6"/>
    <p:sldId id="270" r:id="rId7"/>
    <p:sldId id="274" r:id="rId8"/>
    <p:sldId id="265" r:id="rId9"/>
    <p:sldId id="266" r:id="rId10"/>
    <p:sldId id="288" r:id="rId11"/>
    <p:sldId id="278" r:id="rId12"/>
    <p:sldId id="272" r:id="rId13"/>
    <p:sldId id="275" r:id="rId14"/>
    <p:sldId id="280" r:id="rId15"/>
    <p:sldId id="281" r:id="rId16"/>
    <p:sldId id="286" r:id="rId17"/>
    <p:sldId id="287" r:id="rId18"/>
    <p:sldId id="290" r:id="rId19"/>
    <p:sldId id="262" r:id="rId20"/>
    <p:sldId id="273" r:id="rId21"/>
    <p:sldId id="277" r:id="rId22"/>
    <p:sldId id="268" r:id="rId23"/>
    <p:sldId id="269" r:id="rId24"/>
    <p:sldId id="282" r:id="rId25"/>
    <p:sldId id="283" r:id="rId26"/>
    <p:sldId id="284"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h3j6wfJjyd83m/FXxeddVvlDeTt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4" d="100"/>
          <a:sy n="134" d="100"/>
        </p:scale>
        <p:origin x="95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1pPr>
            <a:lvl2pPr marL="914400" marR="0" lvl="1" indent="-228600" algn="l" rtl="0">
              <a:lnSpc>
                <a:spcPct val="125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2pPr>
            <a:lvl3pPr marL="1371600" marR="0" lvl="2" indent="-228600" algn="l" rtl="0">
              <a:lnSpc>
                <a:spcPct val="125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3pPr>
            <a:lvl4pPr marL="1828800" marR="0" lvl="3" indent="-228600" algn="l" rtl="0">
              <a:lnSpc>
                <a:spcPct val="125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4pPr>
            <a:lvl5pPr marL="2286000" marR="0" lvl="4" indent="-228600" algn="l" rtl="0">
              <a:lnSpc>
                <a:spcPct val="125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5pPr>
            <a:lvl6pPr marL="2743200" marR="0" lvl="5" indent="-228600" algn="l" rtl="0">
              <a:lnSpc>
                <a:spcPct val="125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6pPr>
            <a:lvl7pPr marL="3200400" marR="0" lvl="6" indent="-228600" algn="l" rtl="0">
              <a:lnSpc>
                <a:spcPct val="125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7pPr>
            <a:lvl8pPr marL="3657600" marR="0" lvl="7" indent="-228600" algn="l" rtl="0">
              <a:lnSpc>
                <a:spcPct val="125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8pPr>
            <a:lvl9pPr marL="4114800" marR="0" lvl="8" indent="-228600" algn="l" rtl="0">
              <a:lnSpc>
                <a:spcPct val="125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0" name="Google Shape;800;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Companion talk for the JABS module (90 min). Talk ≈25 min, hands-on notebook 60 min, wrap-up 5 min.</a:t>
            </a:r>
          </a:p>
          <a:p>
            <a:r>
              <a:t>AI use disclosure (foot of the title slide): these slides were made with the use of Claude and reviewed by Madison Raza and Vivek Kumar.</a:t>
            </a:r>
          </a:p>
          <a:p>
            <a:r>
              <a:t>Speaker reminder: do not dwell on time. Timing lives in the notebook, not in the talk.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6" name="Google Shape;826;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Redrawn from Fig 1, Choudhary et al. Five steps: acquisition (JABS-DA), annotation and training (JABS-AL), characterization and integration (JABS-AI). Today: AL hands-on; DA and AI as context.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6" name="Google Shape;846;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Recap only: the precomputed site pages cover QC in depth. Keep to 2-3 minutes.</a:t>
            </a:r>
          </a:p>
          <a:p>
            <a:r>
              <a:t>Say what we did, not that it is the right choice. Thresholds are set in the Precomputed Tracking &amp; QC notebook (low_conf_threshold 0.3, max_low_conf_pct 20%, min_frames 500); the notebook output reports 25 of 25 sessions passing.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4" name="Google Shape;854;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Click a clip to play it; each is under 10 seconds. Each is one labeled grooming bout from a different video (sessions 2004, 2007, 2013 and 2022), with half a second before and after. The orange tag is on while the frames are labeled as grooming. The clip follows the mouse; the full arena is much larger. Clips are made by developer/scripts/make_grooming_clips.py from the Zenodo deposit, with the bouts read from the annotation files (30 fps).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0" name="Google Shape;900;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Fig 3C. Each expert trains their own classifier from sparse labels; classifiers are compared on held-out videos; experts confer and iterate. Dense labels come last, once the behavior definition has stabilized — creating them first leads to drifting definitions.</a:t>
            </a:r>
          </a:p>
          <a:p>
            <a:r>
              <a:t>Core concept: it is why session 2010 is the dense, held-out test in the demo.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0" name="Google Shape;930;p1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Fig 5. Two annotators' left-turn classifiers agree on 96.5% of frames, yet Cohen's κ = 0.64 and only 49% of behavior frames overlap. Turning occupies a few % of frames, so 'never turning' against annotator 2 already scores about 94%. Use this example for the null-model point: in course session 2010, grooming is 52.9% of reviewed frames, so the rare-behavior argument is general background here, not a description of the course data.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0" name="Google Shape;860;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Fig 3B. Label behavior and not-behavior with mouse or keys; leave ambiguous frames unlabeled. Training needs at least 100 labeled frames and 2 videos. Classifiers: Random Forest, gradient boosting, XGBoost. Features: distances, angles, velocities from 12 keypoints.</a:t>
            </a:r>
          </a:p>
          <a:p>
            <a:r>
              <a:t>The companion handout carries the step-by-step labeling instructions. Features: keypoint distances, angles, linear and angular velocities; raw video is needed only to label, prediction uses pose alone.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8" name="Google Shape;868;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Choudhary et al. 2026 Fig 4B: JABS accuracy vs window size (frames each side). Grooming peaks near 60 frames and falls for larger windows; XGBoost beats RF at every size. The earlier left panel (Geuther 2021 Fig 2C, a CNN taking a stack of frames) was removed because it does not describe the course method.</a:t>
            </a:r>
          </a:p>
          <a:p>
            <a:r>
              <a:t>Optional experiment: change window size (GUI dropdown, or window_size for grooming in jabs/project.json), re-export and retrain, then compare F1 on session 2010 at 5, 30, 60 and 120 frames and collect results from the room.</a:t>
            </a:r>
          </a:p>
          <a:p>
            <a:r>
              <a:t>Credit: the idea of window features comes from Kristin Branson's JAABA (Kabra et al., Nature Methods 2013; github.com/kristinbranson/JAABA). It is cited on the References slide.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Two people transcribe the same speech. They agree on every sentence but start and end a few letters apart, and one of them splits a sentence at a pause and catches a stray 'um'. Letter by letter they look like they disagree; sentence by sentence (matching sentences by overlap) they agree. Frames are letters, bouts are sentences. Stitching joins a sentence split by a short pause; filtering drops a fragment too short to be a sentence. The next two slides show this on real classifier output: the ethograph and stitch-and-filter.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2" name="Google Shape;962;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Fig 6G and 6K. Stitch fragmented bouts across short gaps, then drop bouts shorter than a threshold; tune both thresholds per behavior. Agreement: 49% frame-wise → 56% bout-wise → 61% after stitching and filtering. Document the parameters you use.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6" name="Google Shape;916;p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25000"/>
              </a:lnSpc>
              <a:spcBef>
                <a:spcPts val="0"/>
              </a:spcBef>
              <a:spcAft>
                <a:spcPts val="0"/>
              </a:spcAft>
              <a:buSzPts val="1400"/>
              <a:buNone/>
            </a:pPr>
            <a:endParaRPr sz="2400">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8" name="Google Shape;938;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Geuther 2021 Fig 3A–B. Human agreement vs model accuracy on the validation set; ROC curves with TPR at 5% FPR marked (62% to 92% across approaches). JABS reports accuracy, F1, AUROC, TPR, FPR and TPR@5%FPR. Panel A (not shown): human agreement 0.948 vs final network 0.936 on validation.</a:t>
            </a:r>
          </a:p>
          <a:p>
            <a:r>
              <a:t>Human agreement on the validation set was 0.948 against 0.936 for the final network.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8" name="Google Shape;978;p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84" name="Google Shape;984;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Geuther 2021 Fig 4A, 4C. A grooming ethogram summarized at 5, 20 and 55 min into total time, number of bouts and mean bout length, plus pattern metrics. The same three bout measures × three time bins define the nine aggregate phenotypes per classifier in JABS-AI.</a:t>
            </a:r>
          </a:p>
          <a:p>
            <a:r>
              <a:t>Optional if time is short. Concept slide; the next slide is the real-world example.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4" name="Google Shape;1024;p3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Leave this up during Q&amp;A.</a:t>
            </a:r>
          </a:p>
          <a:p>
            <a:r>
              <a:t>Leave this up during Q&amp;A. Aging dataset: EMBER-DANDI dandiset 000466 (https://doi.org/10.60533/ember-dandi.000466/0.261009.2220). BXD dataset: https://doi.org/10.7910/DVN/RQYI04.</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0" name="Google Shape;1030;p3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Both references verified against PubMed (PMID 41770219, 33729153).</a:t>
            </a:r>
          </a:p>
          <a:p>
            <a:r>
              <a:t>Ye et al. 2024 added from slides/10.1038_s41467-024-48792-2-citation.ris (CC BY 4.0).</a:t>
            </a:r>
          </a:p>
          <a:p>
            <a:r>
              <a:t>JAABA (Kabra et al. 2013) and MARS (Segalin et al. 2021) added, confirmed in PubMed.</a:t>
            </a:r>
          </a:p>
          <a:p>
            <a:r>
              <a:t>Open item: final check that this reference list is adequate and that all five references exist.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0" name="Google Shape;840;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Source: Choudhary et al. 2026, Group 1 and 2 specifications. Point to the 'Your Own Data!' page on the tutorial site for students with their own rigs.</a:t>
            </a:r>
          </a:p>
          <a:p>
            <a:r>
              <a:t>The bullets describe the JABS rig (Choudhary et al. 2026, Group 1 and 2 specifications). Advice for students with their own rigs: validate pose on your own setup before training anything.</a:t>
            </a:r>
          </a:p>
          <a:p>
            <a:r>
              <a:t>Camera setup detail: walls fill 5-15% of the frame; frame rate follows Nyquist (grooming syntax ≈7 Hz needs ≥14 fps); default video compression uses fixed keyframes that add a periodic signal to features.</a:t>
            </a:r>
          </a:p>
          <a:p>
            <a:r>
              <a:t>Figure: Ye et al. 2024 (SuperAnimal), Fig 1g, 27-keypoint predictions across datasets; CC BY 4.0, cropped.</a:t>
            </a:r>
          </a:p>
          <a:p>
            <a:r>
              <a:t>Open item: add a figure of our own arenas with specs, sourced from Choudhary et al. 2026 Groups 1 and 2.</a:t>
            </a:r>
          </a:p>
        </p:txBody>
      </p:sp>
    </p:spTree>
    <p:extLst>
      <p:ext uri="{BB962C8B-B14F-4D97-AF65-F5344CB8AC3E}">
        <p14:creationId xmlns:p14="http://schemas.microsoft.com/office/powerpoint/2010/main" val="559224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2" name="Google Shape;922;p1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Geuther 2021 Fig 1C–D. Five trained annotators labeled the same six videos; mean pairwise agreement 89.13% (range 0.858–0.912). Disagreements: missed bouts, misaligned starts and ends, skipped breaks. This is the ceiling a classifier is judged against.</a:t>
            </a:r>
          </a:p>
        </p:txBody>
      </p:sp>
    </p:spTree>
    <p:extLst>
      <p:ext uri="{BB962C8B-B14F-4D97-AF65-F5344CB8AC3E}">
        <p14:creationId xmlns:p14="http://schemas.microsoft.com/office/powerpoint/2010/main" val="19550837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4" name="Google Shape;954;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Fig 6B–C. Ethogram vs ethograph: a bipartite graph where nodes are bouts (size = length, color = annotator) and edges are temporal overlap. Most frame disagreement sits at bout starts and ends.</a:t>
            </a:r>
          </a:p>
          <a:p>
            <a:r>
              <a:t>Companion to the previous slide: the transcription analogy maps onto this figure (sentences = bouts).</a:t>
            </a:r>
          </a:p>
        </p:txBody>
      </p:sp>
    </p:spTree>
    <p:extLst>
      <p:ext uri="{BB962C8B-B14F-4D97-AF65-F5344CB8AC3E}">
        <p14:creationId xmlns:p14="http://schemas.microsoft.com/office/powerpoint/2010/main" val="3433929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84" name="Google Shape;884;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Fig 4C–D. 10 training videos (~1.3% of 2.18 M frames) reach accuracy approaching 85% and AUROC ≈0.94. Halving the training data from 100% to 50% cost ≈1% TPR at 5% FPR. Best JABS accuracy 0.936 vs 0.937 for the 3D CNN on the same benchmark.</a:t>
            </a:r>
          </a:p>
          <a:p>
            <a:r>
              <a:t>With all data, window 60 and XGBoost, accuracy is 0.936 against 0.937 for a 3D CNN.</a:t>
            </a:r>
          </a:p>
        </p:txBody>
      </p:sp>
    </p:spTree>
    <p:extLst>
      <p:ext uri="{BB962C8B-B14F-4D97-AF65-F5344CB8AC3E}">
        <p14:creationId xmlns:p14="http://schemas.microsoft.com/office/powerpoint/2010/main" val="6584955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2" name="Google Shape;892;p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Fig 4F–G. TPR at 5% FPR rises with training videos. JABS (pose) outperforms JAABA and a 3D CNN when training data are limited; the approaches converge as labels increase.</a:t>
            </a:r>
          </a:p>
        </p:txBody>
      </p:sp>
    </p:spTree>
    <p:extLst>
      <p:ext uri="{BB962C8B-B14F-4D97-AF65-F5344CB8AC3E}">
        <p14:creationId xmlns:p14="http://schemas.microsoft.com/office/powerpoint/2010/main" val="35261683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2" name="Google Shape;992;p2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Geuther 2021 Fig 6A–B. 2457 mice, 62 strains, 2252 h of open field. Total grooming time forms a smooth gradient across strains; wild-derived strains enriched at the high end. BTBR, SJL/J high; C57BL/6J, BALB/cByJ low.</a:t>
            </a:r>
          </a:p>
          <a:p>
            <a:r>
              <a:t>2252 h of open-field video in total.</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0" name="Google Shape;1000;p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Backup. Figure: Geuther et al. 2021 Fig 9A, SNP heritability (PVE) of grooming and open-field phenotypes; it replaces Choudhary et al. 2026 Fig 8B, whose phenotype codes are harder to read. Reading it: PVE is the share of variation explained by genetic variants; grooming measures run from about 0.05 (bout-length slope) to about 0.6; 20 and 55 minute measures are more heritable than 5 minute ones. Choudhary et al. 2026 add that when two experts' classifiers differ, prefer the more heritable one; genetic correlation shows whether they measure the same construct.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8" name="Google Shape;1008;p2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Fig 9. Upload a classifier trained in JABS-AL; it runs on JABS600 or JABS1200 and returns behavior density plots, a strain heatmap, heritability and genetic correlations by email within a few hours. Datasets: JABS600, JABS1200, JABS-BxD (Harvard Dataverse).</a:t>
            </a:r>
          </a:p>
          <a:p>
            <a:r>
              <a:t>Open item: confirm whether JABS-AI is launched and how the course links to it; the slide needs a redesign once that is known.</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type="title">
  <p:cSld name="TITLE">
    <p:spTree>
      <p:nvGrpSpPr>
        <p:cNvPr id="1" name="Shape 15"/>
        <p:cNvGrpSpPr/>
        <p:nvPr/>
      </p:nvGrpSpPr>
      <p:grpSpPr>
        <a:xfrm>
          <a:off x="0" y="0"/>
          <a:ext cx="0" cy="0"/>
          <a:chOff x="0" y="0"/>
          <a:chExt cx="0" cy="0"/>
        </a:xfrm>
      </p:grpSpPr>
      <p:cxnSp>
        <p:nvCxnSpPr>
          <p:cNvPr id="16" name="Google Shape;16;p3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17" name="Google Shape;17;p3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18" name="Google Shape;18;p34"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19" name="Google Shape;19;p34"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pic>
        <p:nvPicPr>
          <p:cNvPr id="20" name="Google Shape;20;p34" descr="master_bg.png"/>
          <p:cNvPicPr preferRelativeResize="0"/>
          <p:nvPr/>
        </p:nvPicPr>
        <p:blipFill rotWithShape="1">
          <a:blip r:embed="rId4">
            <a:alphaModFix/>
          </a:blip>
          <a:srcRect/>
          <a:stretch/>
        </p:blipFill>
        <p:spPr>
          <a:xfrm>
            <a:off x="2260600" y="-19052"/>
            <a:ext cx="6883400" cy="5162553"/>
          </a:xfrm>
          <a:prstGeom prst="rect">
            <a:avLst/>
          </a:prstGeom>
          <a:noFill/>
          <a:ln>
            <a:noFill/>
          </a:ln>
        </p:spPr>
      </p:pic>
      <p:sp>
        <p:nvSpPr>
          <p:cNvPr id="21" name="Google Shape;21;p34"/>
          <p:cNvSpPr/>
          <p:nvPr/>
        </p:nvSpPr>
        <p:spPr>
          <a:xfrm>
            <a:off x="457199" y="-19050"/>
            <a:ext cx="5491750" cy="516255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2" name="Google Shape;22;p34"/>
          <p:cNvSpPr txBox="1">
            <a:spLocks noGrp="1"/>
          </p:cNvSpPr>
          <p:nvPr>
            <p:ph type="title"/>
          </p:nvPr>
        </p:nvSpPr>
        <p:spPr>
          <a:xfrm>
            <a:off x="749808"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23" name="Google Shape;23;p34"/>
          <p:cNvSpPr txBox="1">
            <a:spLocks noGrp="1"/>
          </p:cNvSpPr>
          <p:nvPr>
            <p:ph type="body" idx="1"/>
          </p:nvPr>
        </p:nvSpPr>
        <p:spPr>
          <a:xfrm>
            <a:off x="749808"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24" name="Google Shape;24;p34"/>
          <p:cNvSpPr/>
          <p:nvPr/>
        </p:nvSpPr>
        <p:spPr>
          <a:xfrm>
            <a:off x="0" y="0"/>
            <a:ext cx="457200" cy="5143500"/>
          </a:xfrm>
          <a:prstGeom prst="rect">
            <a:avLst/>
          </a:prstGeom>
          <a:solidFill>
            <a:srgbClr val="4F669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25" name="Google Shape;25;p34" descr="lab logo 2018_large.png"/>
          <p:cNvPicPr preferRelativeResize="0"/>
          <p:nvPr/>
        </p:nvPicPr>
        <p:blipFill rotWithShape="1">
          <a:blip r:embed="rId5">
            <a:alphaModFix/>
          </a:blip>
          <a:srcRect/>
          <a:stretch/>
        </p:blipFill>
        <p:spPr>
          <a:xfrm>
            <a:off x="6671339" y="2101402"/>
            <a:ext cx="2220882" cy="656442"/>
          </a:xfrm>
          <a:prstGeom prst="rect">
            <a:avLst/>
          </a:prstGeom>
          <a:noFill/>
          <a:ln>
            <a:noFill/>
          </a:ln>
        </p:spPr>
      </p:pic>
      <p:sp>
        <p:nvSpPr>
          <p:cNvPr id="26" name="Google Shape;26;p34"/>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ingle Content" type="tx">
  <p:cSld name="TITLE_AND_BODY">
    <p:spTree>
      <p:nvGrpSpPr>
        <p:cNvPr id="1" name="Shape 33"/>
        <p:cNvGrpSpPr/>
        <p:nvPr/>
      </p:nvGrpSpPr>
      <p:grpSpPr>
        <a:xfrm>
          <a:off x="0" y="0"/>
          <a:ext cx="0" cy="0"/>
          <a:chOff x="0" y="0"/>
          <a:chExt cx="0" cy="0"/>
        </a:xfrm>
      </p:grpSpPr>
      <p:sp>
        <p:nvSpPr>
          <p:cNvPr id="34" name="Google Shape;34;p35"/>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35" name="Google Shape;35;p35"/>
          <p:cNvSpPr txBox="1">
            <a:spLocks noGrp="1"/>
          </p:cNvSpPr>
          <p:nvPr>
            <p:ph type="body" idx="1"/>
          </p:nvPr>
        </p:nvSpPr>
        <p:spPr>
          <a:xfrm>
            <a:off x="941446" y="1200150"/>
            <a:ext cx="7885057" cy="3943350"/>
          </a:xfrm>
          <a:prstGeom prst="rect">
            <a:avLst/>
          </a:prstGeom>
          <a:noFill/>
          <a:ln>
            <a:noFill/>
          </a:ln>
        </p:spPr>
        <p:txBody>
          <a:bodyPr spcFirstLastPara="1" wrap="square" lIns="0" tIns="0" rIns="0" bIns="0" anchor="t" anchorCtr="0">
            <a:noAutofit/>
          </a:bodyPr>
          <a:lstStyle>
            <a:lvl1pPr marL="457200" lvl="0" indent="-285750" algn="l">
              <a:lnSpc>
                <a:spcPct val="102000"/>
              </a:lnSpc>
              <a:spcBef>
                <a:spcPts val="1400"/>
              </a:spcBef>
              <a:spcAft>
                <a:spcPts val="0"/>
              </a:spcAft>
              <a:buClr>
                <a:srgbClr val="333F48"/>
              </a:buClr>
              <a:buSzPts val="900"/>
              <a:buChar char="•"/>
              <a:defRPr/>
            </a:lvl1pPr>
            <a:lvl2pPr marL="914400" lvl="1" indent="-285750" algn="l">
              <a:lnSpc>
                <a:spcPct val="102000"/>
              </a:lnSpc>
              <a:spcBef>
                <a:spcPts val="1400"/>
              </a:spcBef>
              <a:spcAft>
                <a:spcPts val="0"/>
              </a:spcAft>
              <a:buClr>
                <a:srgbClr val="333F48"/>
              </a:buClr>
              <a:buSzPts val="900"/>
              <a:buChar char="o"/>
              <a:defRPr/>
            </a:lvl2pPr>
            <a:lvl3pPr marL="1371600" lvl="2" indent="-285750" algn="l">
              <a:lnSpc>
                <a:spcPct val="102000"/>
              </a:lnSpc>
              <a:spcBef>
                <a:spcPts val="1400"/>
              </a:spcBef>
              <a:spcAft>
                <a:spcPts val="0"/>
              </a:spcAft>
              <a:buClr>
                <a:srgbClr val="333F48"/>
              </a:buClr>
              <a:buSzPts val="900"/>
              <a:buChar char="•"/>
              <a:defRPr/>
            </a:lvl3pPr>
            <a:lvl4pPr marL="1828800" lvl="3" indent="-354330" algn="l">
              <a:lnSpc>
                <a:spcPct val="102000"/>
              </a:lnSpc>
              <a:spcBef>
                <a:spcPts val="1400"/>
              </a:spcBef>
              <a:spcAft>
                <a:spcPts val="0"/>
              </a:spcAft>
              <a:buClr>
                <a:srgbClr val="333F48"/>
              </a:buClr>
              <a:buSzPts val="198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36" name="Google Shape;36;p35"/>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7"/>
        <p:cNvGrpSpPr/>
        <p:nvPr/>
      </p:nvGrpSpPr>
      <p:grpSpPr>
        <a:xfrm>
          <a:off x="0" y="0"/>
          <a:ext cx="0" cy="0"/>
          <a:chOff x="0" y="0"/>
          <a:chExt cx="0" cy="0"/>
        </a:xfrm>
      </p:grpSpPr>
      <p:sp>
        <p:nvSpPr>
          <p:cNvPr id="38" name="Google Shape;38;p36"/>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39" name="Google Shape;39;p36"/>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Divider">
  <p:cSld name="Divider">
    <p:spTree>
      <p:nvGrpSpPr>
        <p:cNvPr id="1" name="Shape 40"/>
        <p:cNvGrpSpPr/>
        <p:nvPr/>
      </p:nvGrpSpPr>
      <p:grpSpPr>
        <a:xfrm>
          <a:off x="0" y="0"/>
          <a:ext cx="0" cy="0"/>
          <a:chOff x="0" y="0"/>
          <a:chExt cx="0" cy="0"/>
        </a:xfrm>
      </p:grpSpPr>
      <p:cxnSp>
        <p:nvCxnSpPr>
          <p:cNvPr id="41" name="Google Shape;41;p37"/>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42" name="Google Shape;42;p37"/>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43" name="Google Shape;43;p37"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44" name="Google Shape;44;p37"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45" name="Google Shape;45;p37"/>
          <p:cNvSpPr/>
          <p:nvPr/>
        </p:nvSpPr>
        <p:spPr>
          <a:xfrm>
            <a:off x="-2" y="0"/>
            <a:ext cx="3652255"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6" name="Google Shape;46;p37"/>
          <p:cNvSpPr/>
          <p:nvPr/>
        </p:nvSpPr>
        <p:spPr>
          <a:xfrm>
            <a:off x="457199" y="0"/>
            <a:ext cx="3195054" cy="5143500"/>
          </a:xfrm>
          <a:prstGeom prst="rect">
            <a:avLst/>
          </a:prstGeom>
          <a:solidFill>
            <a:srgbClr val="4F669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7" name="Google Shape;47;p37"/>
          <p:cNvSpPr/>
          <p:nvPr/>
        </p:nvSpPr>
        <p:spPr>
          <a:xfrm>
            <a:off x="3652256" y="0"/>
            <a:ext cx="5488575"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8" name="Google Shape;48;p37"/>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49" name="Google Shape;49;p37"/>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50" name="Google Shape;50;p37"/>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p:cSld name="Two content">
    <p:spTree>
      <p:nvGrpSpPr>
        <p:cNvPr id="1" name="Shape 51"/>
        <p:cNvGrpSpPr/>
        <p:nvPr/>
      </p:nvGrpSpPr>
      <p:grpSpPr>
        <a:xfrm>
          <a:off x="0" y="0"/>
          <a:ext cx="0" cy="0"/>
          <a:chOff x="0" y="0"/>
          <a:chExt cx="0" cy="0"/>
        </a:xfrm>
      </p:grpSpPr>
      <p:cxnSp>
        <p:nvCxnSpPr>
          <p:cNvPr id="52" name="Google Shape;52;p39"/>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53" name="Google Shape;53;p39"/>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54" name="Google Shape;54;p39"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55" name="Google Shape;55;p39"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56" name="Google Shape;56;p39"/>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57" name="Google Shape;57;p39"/>
          <p:cNvSpPr txBox="1">
            <a:spLocks noGrp="1"/>
          </p:cNvSpPr>
          <p:nvPr>
            <p:ph type="body" idx="1"/>
          </p:nvPr>
        </p:nvSpPr>
        <p:spPr>
          <a:xfrm>
            <a:off x="941443" y="1200150"/>
            <a:ext cx="3818297" cy="3943351"/>
          </a:xfrm>
          <a:prstGeom prst="rect">
            <a:avLst/>
          </a:prstGeom>
          <a:noFill/>
          <a:ln>
            <a:noFill/>
          </a:ln>
        </p:spPr>
        <p:txBody>
          <a:bodyPr spcFirstLastPara="1" wrap="square" lIns="0" tIns="0" rIns="0" bIns="0" anchor="t" anchorCtr="0">
            <a:noAutofit/>
          </a:bodyPr>
          <a:lstStyle>
            <a:lvl1pPr marL="457200" lvl="0" indent="-354330" algn="l">
              <a:lnSpc>
                <a:spcPct val="102000"/>
              </a:lnSpc>
              <a:spcBef>
                <a:spcPts val="1400"/>
              </a:spcBef>
              <a:spcAft>
                <a:spcPts val="0"/>
              </a:spcAft>
              <a:buClr>
                <a:srgbClr val="333F48"/>
              </a:buClr>
              <a:buSzPts val="1980"/>
              <a:buChar char="•"/>
              <a:defRPr/>
            </a:lvl1pPr>
            <a:lvl2pPr marL="914400" lvl="1" indent="-365760" algn="l">
              <a:lnSpc>
                <a:spcPct val="102000"/>
              </a:lnSpc>
              <a:spcBef>
                <a:spcPts val="1400"/>
              </a:spcBef>
              <a:spcAft>
                <a:spcPts val="0"/>
              </a:spcAft>
              <a:buClr>
                <a:srgbClr val="333F48"/>
              </a:buClr>
              <a:buSzPts val="2160"/>
              <a:buChar char="o"/>
              <a:defRPr/>
            </a:lvl2pPr>
            <a:lvl3pPr marL="1371600" lvl="2" indent="-342900" algn="l">
              <a:lnSpc>
                <a:spcPct val="102000"/>
              </a:lnSpc>
              <a:spcBef>
                <a:spcPts val="1400"/>
              </a:spcBef>
              <a:spcAft>
                <a:spcPts val="0"/>
              </a:spcAft>
              <a:buClr>
                <a:srgbClr val="333F48"/>
              </a:buClr>
              <a:buSzPts val="1800"/>
              <a:buChar char="•"/>
              <a:defRPr/>
            </a:lvl3pPr>
            <a:lvl4pPr marL="1828800" lvl="3" indent="-354330" algn="l">
              <a:lnSpc>
                <a:spcPct val="102000"/>
              </a:lnSpc>
              <a:spcBef>
                <a:spcPts val="1400"/>
              </a:spcBef>
              <a:spcAft>
                <a:spcPts val="0"/>
              </a:spcAft>
              <a:buClr>
                <a:srgbClr val="333F48"/>
              </a:buClr>
              <a:buSzPts val="198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58" name="Google Shape;58;p39"/>
          <p:cNvSpPr/>
          <p:nvPr/>
        </p:nvSpPr>
        <p:spPr>
          <a:xfrm>
            <a:off x="0" y="0"/>
            <a:ext cx="152400"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9" name="Google Shape;59;p39"/>
          <p:cNvSpPr/>
          <p:nvPr/>
        </p:nvSpPr>
        <p:spPr>
          <a:xfrm>
            <a:off x="152400" y="0"/>
            <a:ext cx="304800" cy="5143500"/>
          </a:xfrm>
          <a:prstGeom prst="rect">
            <a:avLst/>
          </a:prstGeom>
          <a:solidFill>
            <a:srgbClr val="4F669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0" name="Google Shape;60;p39"/>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mage with caption">
  <p:cSld name="Image with caption">
    <p:spTree>
      <p:nvGrpSpPr>
        <p:cNvPr id="1" name="Shape 61"/>
        <p:cNvGrpSpPr/>
        <p:nvPr/>
      </p:nvGrpSpPr>
      <p:grpSpPr>
        <a:xfrm>
          <a:off x="0" y="0"/>
          <a:ext cx="0" cy="0"/>
          <a:chOff x="0" y="0"/>
          <a:chExt cx="0" cy="0"/>
        </a:xfrm>
      </p:grpSpPr>
      <p:sp>
        <p:nvSpPr>
          <p:cNvPr id="62" name="Google Shape;62;p40"/>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63" name="Google Shape;63;p40"/>
          <p:cNvSpPr txBox="1">
            <a:spLocks noGrp="1"/>
          </p:cNvSpPr>
          <p:nvPr>
            <p:ph type="body" idx="1"/>
          </p:nvPr>
        </p:nvSpPr>
        <p:spPr>
          <a:xfrm>
            <a:off x="950916" y="4049317"/>
            <a:ext cx="3535364" cy="1094183"/>
          </a:xfrm>
          <a:prstGeom prst="rect">
            <a:avLst/>
          </a:prstGeom>
          <a:noFill/>
          <a:ln>
            <a:noFill/>
          </a:ln>
        </p:spPr>
        <p:txBody>
          <a:bodyPr spcFirstLastPara="1" wrap="square" lIns="0" tIns="0" rIns="0" bIns="0" anchor="t" anchorCtr="0">
            <a:noAutofit/>
          </a:bodyPr>
          <a:lstStyle>
            <a:lvl1pPr marL="457200" lvl="0" indent="-228600" algn="l">
              <a:lnSpc>
                <a:spcPct val="102000"/>
              </a:lnSpc>
              <a:spcBef>
                <a:spcPts val="1400"/>
              </a:spcBef>
              <a:spcAft>
                <a:spcPts val="0"/>
              </a:spcAft>
              <a:buClr>
                <a:srgbClr val="333F48"/>
              </a:buClr>
              <a:buSzPts val="2400"/>
              <a:buFont typeface="Arial"/>
              <a:buNone/>
              <a:defRPr>
                <a:latin typeface="Arial"/>
                <a:ea typeface="Arial"/>
                <a:cs typeface="Arial"/>
                <a:sym typeface="Arial"/>
              </a:defRPr>
            </a:lvl1pPr>
            <a:lvl2pPr marL="914400" lvl="1" indent="-411480" algn="l">
              <a:lnSpc>
                <a:spcPct val="102000"/>
              </a:lnSpc>
              <a:spcBef>
                <a:spcPts val="1400"/>
              </a:spcBef>
              <a:spcAft>
                <a:spcPts val="0"/>
              </a:spcAft>
              <a:buClr>
                <a:srgbClr val="333F48"/>
              </a:buClr>
              <a:buSzPts val="2880"/>
              <a:buFont typeface="Arial"/>
              <a:buChar char="o"/>
              <a:defRPr>
                <a:latin typeface="Arial"/>
                <a:ea typeface="Arial"/>
                <a:cs typeface="Arial"/>
                <a:sym typeface="Arial"/>
              </a:defRPr>
            </a:lvl2pPr>
            <a:lvl3pPr marL="1371600" lvl="2" indent="-381000" algn="l">
              <a:lnSpc>
                <a:spcPct val="102000"/>
              </a:lnSpc>
              <a:spcBef>
                <a:spcPts val="1400"/>
              </a:spcBef>
              <a:spcAft>
                <a:spcPts val="0"/>
              </a:spcAft>
              <a:buClr>
                <a:srgbClr val="333F48"/>
              </a:buClr>
              <a:buSzPts val="2400"/>
              <a:buFont typeface="Arial"/>
              <a:buChar char="•"/>
              <a:defRPr>
                <a:latin typeface="Arial"/>
                <a:ea typeface="Arial"/>
                <a:cs typeface="Arial"/>
                <a:sym typeface="Arial"/>
              </a:defRPr>
            </a:lvl3pPr>
            <a:lvl4pPr marL="1828800" lvl="3" indent="-396240" algn="l">
              <a:lnSpc>
                <a:spcPct val="102000"/>
              </a:lnSpc>
              <a:spcBef>
                <a:spcPts val="1400"/>
              </a:spcBef>
              <a:spcAft>
                <a:spcPts val="0"/>
              </a:spcAft>
              <a:buClr>
                <a:srgbClr val="333F48"/>
              </a:buClr>
              <a:buSzPts val="2640"/>
              <a:buFont typeface="Arial"/>
              <a:buChar char="•"/>
              <a:defRPr>
                <a:latin typeface="Arial"/>
                <a:ea typeface="Arial"/>
                <a:cs typeface="Arial"/>
                <a:sym typeface="Arial"/>
              </a:defRPr>
            </a:lvl4pPr>
            <a:lvl5pPr marL="2286000" lvl="4" indent="-228600" algn="l">
              <a:lnSpc>
                <a:spcPct val="102000"/>
              </a:lnSpc>
              <a:spcBef>
                <a:spcPts val="1400"/>
              </a:spcBef>
              <a:spcAft>
                <a:spcPts val="0"/>
              </a:spcAft>
              <a:buClr>
                <a:srgbClr val="333F48"/>
              </a:buClr>
              <a:buSzPts val="2400"/>
              <a:buFont typeface="Arial"/>
              <a:buNone/>
              <a:defRPr>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64" name="Google Shape;64;p40"/>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Only - No Footer">
  <p:cSld name="Title Only - No Footer">
    <p:spTree>
      <p:nvGrpSpPr>
        <p:cNvPr id="1" name="Shape 65"/>
        <p:cNvGrpSpPr/>
        <p:nvPr/>
      </p:nvGrpSpPr>
      <p:grpSpPr>
        <a:xfrm>
          <a:off x="0" y="0"/>
          <a:ext cx="0" cy="0"/>
          <a:chOff x="0" y="0"/>
          <a:chExt cx="0" cy="0"/>
        </a:xfrm>
      </p:grpSpPr>
      <p:cxnSp>
        <p:nvCxnSpPr>
          <p:cNvPr id="66" name="Google Shape;66;p41"/>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67" name="Google Shape;67;p41"/>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68" name="Google Shape;68;p41"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69" name="Google Shape;69;p41"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70" name="Google Shape;70;p41"/>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http://www.google.com/url?sa=i&amp;rct=j&amp;q=&amp;esrc=s&amp;source=images&amp;cd=&amp;ved=0CAcQjRw&amp;url=http%3A%2F%2Fja.brc.riken.jp%2Flab%2Fbpmp%2FSDOP%2Fen%2Fmc%2Ftail-suspension%2Ffilter_index.html&amp;ei=d05IVajkFMGoNvzmgfgO&amp;bvm=bv.92291466,d.eXY&amp;psig=AFQjCNFPuY7vswwsajl4U41HXcLEWggLOw&amp;ust=1430888438638452 http://www.google.com/url?sa=i&amp;rct=j&amp;q=&amp;esrc=s&amp;source=images&amp;cd=&amp;ved=0CAcQjRw&amp;url=http%3A%2F%2Fja.brc.riken.jp%2Flab%2Fbpmp%2FSDOP%2Fen%2Fmc%2Ftail-suspension%2Ffilter_index.html&amp;ei=d05IVajkFMGoNvzmgfgO&amp;bvm=bv.92291466,d.eXY&amp;psig=AFQjCNFPuY7vswwsajl4U41HXcLEWggLOw&amp;ust=1430888438638452</a:t>
            </a:r>
            <a:endParaRPr sz="1400" b="0" i="0" u="none" strike="noStrike" cap="none">
              <a:solidFill>
                <a:srgbClr val="000000"/>
              </a:solidFill>
              <a:latin typeface="Arial"/>
              <a:ea typeface="Arial"/>
              <a:cs typeface="Arial"/>
              <a:sym typeface="Arial"/>
            </a:endParaRPr>
          </a:p>
        </p:txBody>
      </p:sp>
      <p:sp>
        <p:nvSpPr>
          <p:cNvPr id="71" name="Google Shape;71;p41"/>
          <p:cNvSpPr txBox="1">
            <a:spLocks noGrp="1"/>
          </p:cNvSpPr>
          <p:nvPr>
            <p:ph type="title"/>
          </p:nvPr>
        </p:nvSpPr>
        <p:spPr>
          <a:xfrm>
            <a:off x="941446" y="205978"/>
            <a:ext cx="7885057" cy="99417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2" name="Google Shape;72;p41"/>
          <p:cNvSpPr/>
          <p:nvPr/>
        </p:nvSpPr>
        <p:spPr>
          <a:xfrm>
            <a:off x="0" y="0"/>
            <a:ext cx="152400"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3" name="Google Shape;73;p41"/>
          <p:cNvSpPr/>
          <p:nvPr/>
        </p:nvSpPr>
        <p:spPr>
          <a:xfrm>
            <a:off x="152400" y="0"/>
            <a:ext cx="304800" cy="5143500"/>
          </a:xfrm>
          <a:prstGeom prst="rect">
            <a:avLst/>
          </a:prstGeom>
          <a:solidFill>
            <a:srgbClr val="4F669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4" name="Google Shape;74;p41"/>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Image with bullets">
  <p:cSld name="Image with bullets">
    <p:spTree>
      <p:nvGrpSpPr>
        <p:cNvPr id="1" name="Shape 75"/>
        <p:cNvGrpSpPr/>
        <p:nvPr/>
      </p:nvGrpSpPr>
      <p:grpSpPr>
        <a:xfrm>
          <a:off x="0" y="0"/>
          <a:ext cx="0" cy="0"/>
          <a:chOff x="0" y="0"/>
          <a:chExt cx="0" cy="0"/>
        </a:xfrm>
      </p:grpSpPr>
      <p:cxnSp>
        <p:nvCxnSpPr>
          <p:cNvPr id="76" name="Google Shape;76;p42"/>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77" name="Google Shape;77;p42"/>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78" name="Google Shape;78;p42"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79" name="Google Shape;79;p42"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80" name="Google Shape;80;p42"/>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81" name="Google Shape;81;p42"/>
          <p:cNvSpPr txBox="1">
            <a:spLocks noGrp="1"/>
          </p:cNvSpPr>
          <p:nvPr>
            <p:ph type="body" idx="1"/>
          </p:nvPr>
        </p:nvSpPr>
        <p:spPr>
          <a:xfrm>
            <a:off x="5626100" y="685803"/>
            <a:ext cx="3200400" cy="3880247"/>
          </a:xfrm>
          <a:prstGeom prst="rect">
            <a:avLst/>
          </a:prstGeom>
          <a:noFill/>
          <a:ln>
            <a:noFill/>
          </a:ln>
        </p:spPr>
        <p:txBody>
          <a:bodyPr spcFirstLastPara="1" wrap="square" lIns="0" tIns="0" rIns="0" bIns="0" anchor="t" anchorCtr="0">
            <a:noAutofit/>
          </a:bodyPr>
          <a:lstStyle>
            <a:lvl1pPr marL="457200" lvl="0" indent="-342900" algn="l">
              <a:lnSpc>
                <a:spcPct val="102000"/>
              </a:lnSpc>
              <a:spcBef>
                <a:spcPts val="1400"/>
              </a:spcBef>
              <a:spcAft>
                <a:spcPts val="0"/>
              </a:spcAft>
              <a:buClr>
                <a:srgbClr val="333F48"/>
              </a:buClr>
              <a:buSzPts val="1800"/>
              <a:buChar char="•"/>
              <a:defRPr/>
            </a:lvl1pPr>
            <a:lvl2pPr marL="914400" lvl="1" indent="-342900" algn="l">
              <a:lnSpc>
                <a:spcPct val="102000"/>
              </a:lnSpc>
              <a:spcBef>
                <a:spcPts val="1400"/>
              </a:spcBef>
              <a:spcAft>
                <a:spcPts val="0"/>
              </a:spcAft>
              <a:buClr>
                <a:srgbClr val="333F48"/>
              </a:buClr>
              <a:buSzPts val="1800"/>
              <a:buChar char="•"/>
              <a:defRPr/>
            </a:lvl2pPr>
            <a:lvl3pPr marL="1371600" lvl="2" indent="-342900" algn="l">
              <a:lnSpc>
                <a:spcPct val="102000"/>
              </a:lnSpc>
              <a:spcBef>
                <a:spcPts val="1400"/>
              </a:spcBef>
              <a:spcAft>
                <a:spcPts val="0"/>
              </a:spcAft>
              <a:buClr>
                <a:srgbClr val="333F48"/>
              </a:buClr>
              <a:buSzPts val="1800"/>
              <a:buChar char="•"/>
              <a:defRPr/>
            </a:lvl3pPr>
            <a:lvl4pPr marL="1828800" lvl="3" indent="-342900" algn="l">
              <a:lnSpc>
                <a:spcPct val="102000"/>
              </a:lnSpc>
              <a:spcBef>
                <a:spcPts val="1400"/>
              </a:spcBef>
              <a:spcAft>
                <a:spcPts val="0"/>
              </a:spcAft>
              <a:buClr>
                <a:srgbClr val="333F48"/>
              </a:buClr>
              <a:buSzPts val="180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82" name="Google Shape;82;p42"/>
          <p:cNvSpPr/>
          <p:nvPr/>
        </p:nvSpPr>
        <p:spPr>
          <a:xfrm>
            <a:off x="0" y="0"/>
            <a:ext cx="152400"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83" name="Google Shape;83;p42"/>
          <p:cNvSpPr/>
          <p:nvPr/>
        </p:nvSpPr>
        <p:spPr>
          <a:xfrm>
            <a:off x="152400" y="0"/>
            <a:ext cx="304800" cy="5143500"/>
          </a:xfrm>
          <a:prstGeom prst="rect">
            <a:avLst/>
          </a:prstGeom>
          <a:solidFill>
            <a:srgbClr val="4F669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84" name="Google Shape;84;p42"/>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Image - Large">
  <p:cSld name="Image - Large">
    <p:spTree>
      <p:nvGrpSpPr>
        <p:cNvPr id="1" name="Shape 85"/>
        <p:cNvGrpSpPr/>
        <p:nvPr/>
      </p:nvGrpSpPr>
      <p:grpSpPr>
        <a:xfrm>
          <a:off x="0" y="0"/>
          <a:ext cx="0" cy="0"/>
          <a:chOff x="0" y="0"/>
          <a:chExt cx="0" cy="0"/>
        </a:xfrm>
      </p:grpSpPr>
      <p:cxnSp>
        <p:nvCxnSpPr>
          <p:cNvPr id="86" name="Google Shape;86;p4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87" name="Google Shape;87;p4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88" name="Google Shape;88;p43"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89" name="Google Shape;89;p43"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90" name="Google Shape;90;p43"/>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91" name="Google Shape;91;p43"/>
          <p:cNvSpPr/>
          <p:nvPr/>
        </p:nvSpPr>
        <p:spPr>
          <a:xfrm>
            <a:off x="0" y="0"/>
            <a:ext cx="152400"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92" name="Google Shape;92;p43"/>
          <p:cNvSpPr/>
          <p:nvPr/>
        </p:nvSpPr>
        <p:spPr>
          <a:xfrm>
            <a:off x="152400" y="0"/>
            <a:ext cx="304800" cy="5143500"/>
          </a:xfrm>
          <a:prstGeom prst="rect">
            <a:avLst/>
          </a:prstGeom>
          <a:solidFill>
            <a:srgbClr val="4F669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93" name="Google Shape;93;p43"/>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Divider with Image">
  <p:cSld name="Divider with Image">
    <p:spTree>
      <p:nvGrpSpPr>
        <p:cNvPr id="1" name="Shape 94"/>
        <p:cNvGrpSpPr/>
        <p:nvPr/>
      </p:nvGrpSpPr>
      <p:grpSpPr>
        <a:xfrm>
          <a:off x="0" y="0"/>
          <a:ext cx="0" cy="0"/>
          <a:chOff x="0" y="0"/>
          <a:chExt cx="0" cy="0"/>
        </a:xfrm>
      </p:grpSpPr>
      <p:cxnSp>
        <p:nvCxnSpPr>
          <p:cNvPr id="95" name="Google Shape;95;p4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96" name="Google Shape;96;p4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97" name="Google Shape;97;p44"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98" name="Google Shape;98;p44"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99" name="Google Shape;99;p44"/>
          <p:cNvSpPr/>
          <p:nvPr/>
        </p:nvSpPr>
        <p:spPr>
          <a:xfrm>
            <a:off x="-2" y="0"/>
            <a:ext cx="3652255"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00" name="Google Shape;100;p44"/>
          <p:cNvSpPr/>
          <p:nvPr/>
        </p:nvSpPr>
        <p:spPr>
          <a:xfrm>
            <a:off x="3657600" y="0"/>
            <a:ext cx="5486400"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01" name="Google Shape;101;p44"/>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102" name="Google Shape;102;p44"/>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103" name="Google Shape;103;p44"/>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p:cSld name="Title">
    <p:spTree>
      <p:nvGrpSpPr>
        <p:cNvPr id="1" name="Shape 104"/>
        <p:cNvGrpSpPr/>
        <p:nvPr/>
      </p:nvGrpSpPr>
      <p:grpSpPr>
        <a:xfrm>
          <a:off x="0" y="0"/>
          <a:ext cx="0" cy="0"/>
          <a:chOff x="0" y="0"/>
          <a:chExt cx="0" cy="0"/>
        </a:xfrm>
      </p:grpSpPr>
      <p:pic>
        <p:nvPicPr>
          <p:cNvPr id="105" name="Google Shape;105;p45" descr="master_bg.png"/>
          <p:cNvPicPr preferRelativeResize="0"/>
          <p:nvPr/>
        </p:nvPicPr>
        <p:blipFill rotWithShape="1">
          <a:blip r:embed="rId2">
            <a:alphaModFix/>
          </a:blip>
          <a:srcRect/>
          <a:stretch/>
        </p:blipFill>
        <p:spPr>
          <a:xfrm>
            <a:off x="2286456" y="2"/>
            <a:ext cx="6857544" cy="5143157"/>
          </a:xfrm>
          <a:prstGeom prst="rect">
            <a:avLst/>
          </a:prstGeom>
          <a:noFill/>
          <a:ln>
            <a:noFill/>
          </a:ln>
        </p:spPr>
      </p:pic>
      <p:sp>
        <p:nvSpPr>
          <p:cNvPr id="106" name="Google Shape;106;p45"/>
          <p:cNvSpPr/>
          <p:nvPr/>
        </p:nvSpPr>
        <p:spPr>
          <a:xfrm>
            <a:off x="457204" y="0"/>
            <a:ext cx="1348015"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07" name="Google Shape;107;p45"/>
          <p:cNvSpPr txBox="1">
            <a:spLocks noGrp="1"/>
          </p:cNvSpPr>
          <p:nvPr>
            <p:ph type="title"/>
          </p:nvPr>
        </p:nvSpPr>
        <p:spPr>
          <a:xfrm>
            <a:off x="2086426" y="0"/>
            <a:ext cx="6812645"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2"/>
              </a:buClr>
              <a:buSzPts val="4000"/>
              <a:buFont typeface="Arial"/>
              <a:buNone/>
              <a:defRPr sz="4000" b="1">
                <a:solidFill>
                  <a:schemeClr val="accent2"/>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108" name="Google Shape;108;p45"/>
          <p:cNvSpPr txBox="1">
            <a:spLocks noGrp="1"/>
          </p:cNvSpPr>
          <p:nvPr>
            <p:ph type="body" idx="1"/>
          </p:nvPr>
        </p:nvSpPr>
        <p:spPr>
          <a:xfrm>
            <a:off x="2086431" y="2914650"/>
            <a:ext cx="3528788"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333F48"/>
              </a:buClr>
              <a:buSzPts val="1800"/>
              <a:buFont typeface="Arial"/>
              <a:buNone/>
              <a:defRPr sz="1800"/>
            </a:lvl1pPr>
            <a:lvl2pPr marL="914400" lvl="1" indent="-228600" algn="l">
              <a:lnSpc>
                <a:spcPct val="102000"/>
              </a:lnSpc>
              <a:spcBef>
                <a:spcPts val="1400"/>
              </a:spcBef>
              <a:spcAft>
                <a:spcPts val="0"/>
              </a:spcAft>
              <a:buClr>
                <a:srgbClr val="333F48"/>
              </a:buClr>
              <a:buSzPts val="1800"/>
              <a:buFont typeface="Arial"/>
              <a:buNone/>
              <a:defRPr sz="1800"/>
            </a:lvl2pPr>
            <a:lvl3pPr marL="1371600" lvl="2" indent="-228600" algn="l">
              <a:lnSpc>
                <a:spcPct val="102000"/>
              </a:lnSpc>
              <a:spcBef>
                <a:spcPts val="1400"/>
              </a:spcBef>
              <a:spcAft>
                <a:spcPts val="0"/>
              </a:spcAft>
              <a:buClr>
                <a:srgbClr val="333F48"/>
              </a:buClr>
              <a:buSzPts val="1800"/>
              <a:buFont typeface="Arial"/>
              <a:buNone/>
              <a:defRPr sz="1800"/>
            </a:lvl3pPr>
            <a:lvl4pPr marL="1828800" lvl="3" indent="-228600" algn="l">
              <a:lnSpc>
                <a:spcPct val="102000"/>
              </a:lnSpc>
              <a:spcBef>
                <a:spcPts val="1400"/>
              </a:spcBef>
              <a:spcAft>
                <a:spcPts val="0"/>
              </a:spcAft>
              <a:buClr>
                <a:srgbClr val="333F48"/>
              </a:buClr>
              <a:buSzPts val="1800"/>
              <a:buFont typeface="Arial"/>
              <a:buNone/>
              <a:defRPr sz="1800"/>
            </a:lvl4pPr>
            <a:lvl5pPr marL="2286000" lvl="4" indent="-228600" algn="l">
              <a:lnSpc>
                <a:spcPct val="102000"/>
              </a:lnSpc>
              <a:spcBef>
                <a:spcPts val="1400"/>
              </a:spcBef>
              <a:spcAft>
                <a:spcPts val="0"/>
              </a:spcAft>
              <a:buClr>
                <a:srgbClr val="333F48"/>
              </a:buClr>
              <a:buSzPts val="1800"/>
              <a:buFont typeface="Arial"/>
              <a:buNone/>
              <a:defRPr sz="1800"/>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109" name="Google Shape;109;p45"/>
          <p:cNvSpPr/>
          <p:nvPr/>
        </p:nvSpPr>
        <p:spPr>
          <a:xfrm>
            <a:off x="0" y="0"/>
            <a:ext cx="457200" cy="5143500"/>
          </a:xfrm>
          <a:prstGeom prst="rect">
            <a:avLst/>
          </a:prstGeom>
          <a:solidFill>
            <a:srgbClr val="4F669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10" name="Google Shape;110;p45"/>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ingle Content">
  <p:cSld name="Single Content">
    <p:spTree>
      <p:nvGrpSpPr>
        <p:cNvPr id="1" name="Shape 111"/>
        <p:cNvGrpSpPr/>
        <p:nvPr/>
      </p:nvGrpSpPr>
      <p:grpSpPr>
        <a:xfrm>
          <a:off x="0" y="0"/>
          <a:ext cx="0" cy="0"/>
          <a:chOff x="0" y="0"/>
          <a:chExt cx="0" cy="0"/>
        </a:xfrm>
      </p:grpSpPr>
      <p:sp>
        <p:nvSpPr>
          <p:cNvPr id="112" name="Google Shape;112;p46"/>
          <p:cNvSpPr txBox="1">
            <a:spLocks noGrp="1"/>
          </p:cNvSpPr>
          <p:nvPr>
            <p:ph type="title"/>
          </p:nvPr>
        </p:nvSpPr>
        <p:spPr>
          <a:xfrm>
            <a:off x="451586" y="0"/>
            <a:ext cx="8374915"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2"/>
              </a:buClr>
              <a:buSzPts val="3600"/>
              <a:buFont typeface="Arial"/>
              <a:buNone/>
              <a:defRPr b="1">
                <a:solidFill>
                  <a:schemeClr val="accent2"/>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113" name="Google Shape;113;p46"/>
          <p:cNvSpPr txBox="1">
            <a:spLocks noGrp="1"/>
          </p:cNvSpPr>
          <p:nvPr>
            <p:ph type="body" idx="1"/>
          </p:nvPr>
        </p:nvSpPr>
        <p:spPr>
          <a:xfrm>
            <a:off x="451586" y="1200150"/>
            <a:ext cx="8375651" cy="3943350"/>
          </a:xfrm>
          <a:prstGeom prst="rect">
            <a:avLst/>
          </a:prstGeom>
          <a:noFill/>
          <a:ln>
            <a:noFill/>
          </a:ln>
        </p:spPr>
        <p:txBody>
          <a:bodyPr spcFirstLastPara="1" wrap="square" lIns="0" tIns="0" rIns="0" bIns="0" anchor="t" anchorCtr="0">
            <a:noAutofit/>
          </a:bodyPr>
          <a:lstStyle>
            <a:lvl1pPr marL="457200" lvl="0" indent="-354330" algn="l">
              <a:lnSpc>
                <a:spcPct val="102000"/>
              </a:lnSpc>
              <a:spcBef>
                <a:spcPts val="1400"/>
              </a:spcBef>
              <a:spcAft>
                <a:spcPts val="0"/>
              </a:spcAft>
              <a:buClr>
                <a:srgbClr val="333F48"/>
              </a:buClr>
              <a:buSzPts val="1980"/>
              <a:buChar char="•"/>
              <a:defRPr/>
            </a:lvl1pPr>
            <a:lvl2pPr marL="914400" lvl="1" indent="-365760" algn="l">
              <a:lnSpc>
                <a:spcPct val="102000"/>
              </a:lnSpc>
              <a:spcBef>
                <a:spcPts val="1400"/>
              </a:spcBef>
              <a:spcAft>
                <a:spcPts val="0"/>
              </a:spcAft>
              <a:buClr>
                <a:srgbClr val="333F48"/>
              </a:buClr>
              <a:buSzPts val="2160"/>
              <a:buChar char="o"/>
              <a:defRPr/>
            </a:lvl2pPr>
            <a:lvl3pPr marL="1371600" lvl="2" indent="-342900" algn="l">
              <a:lnSpc>
                <a:spcPct val="102000"/>
              </a:lnSpc>
              <a:spcBef>
                <a:spcPts val="1400"/>
              </a:spcBef>
              <a:spcAft>
                <a:spcPts val="0"/>
              </a:spcAft>
              <a:buClr>
                <a:srgbClr val="333F48"/>
              </a:buClr>
              <a:buSzPts val="1800"/>
              <a:buChar char="•"/>
              <a:defRPr/>
            </a:lvl3pPr>
            <a:lvl4pPr marL="1828800" lvl="3" indent="-354330" algn="l">
              <a:lnSpc>
                <a:spcPct val="102000"/>
              </a:lnSpc>
              <a:spcBef>
                <a:spcPts val="1400"/>
              </a:spcBef>
              <a:spcAft>
                <a:spcPts val="0"/>
              </a:spcAft>
              <a:buClr>
                <a:srgbClr val="333F48"/>
              </a:buClr>
              <a:buSzPts val="198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114" name="Google Shape;114;p46"/>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wo content">
  <p:cSld name="Two content 2">
    <p:spTree>
      <p:nvGrpSpPr>
        <p:cNvPr id="1" name="Shape 115"/>
        <p:cNvGrpSpPr/>
        <p:nvPr/>
      </p:nvGrpSpPr>
      <p:grpSpPr>
        <a:xfrm>
          <a:off x="0" y="0"/>
          <a:ext cx="0" cy="0"/>
          <a:chOff x="0" y="0"/>
          <a:chExt cx="0" cy="0"/>
        </a:xfrm>
      </p:grpSpPr>
      <p:sp>
        <p:nvSpPr>
          <p:cNvPr id="116" name="Google Shape;116;p47"/>
          <p:cNvSpPr txBox="1">
            <a:spLocks noGrp="1"/>
          </p:cNvSpPr>
          <p:nvPr>
            <p:ph type="title"/>
          </p:nvPr>
        </p:nvSpPr>
        <p:spPr>
          <a:xfrm>
            <a:off x="451586" y="0"/>
            <a:ext cx="8374915"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2"/>
              </a:buClr>
              <a:buSzPts val="3600"/>
              <a:buFont typeface="Arial"/>
              <a:buNone/>
              <a:defRPr b="1">
                <a:solidFill>
                  <a:schemeClr val="accent2"/>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117" name="Google Shape;117;p47"/>
          <p:cNvSpPr txBox="1">
            <a:spLocks noGrp="1"/>
          </p:cNvSpPr>
          <p:nvPr>
            <p:ph type="body" idx="1"/>
          </p:nvPr>
        </p:nvSpPr>
        <p:spPr>
          <a:xfrm>
            <a:off x="451584" y="1200150"/>
            <a:ext cx="4090439" cy="3943350"/>
          </a:xfrm>
          <a:prstGeom prst="rect">
            <a:avLst/>
          </a:prstGeom>
          <a:noFill/>
          <a:ln>
            <a:noFill/>
          </a:ln>
        </p:spPr>
        <p:txBody>
          <a:bodyPr spcFirstLastPara="1" wrap="square" lIns="0" tIns="0" rIns="0" bIns="0" anchor="t" anchorCtr="0">
            <a:noAutofit/>
          </a:bodyPr>
          <a:lstStyle>
            <a:lvl1pPr marL="457200" lvl="0" indent="-354330" algn="l">
              <a:lnSpc>
                <a:spcPct val="102000"/>
              </a:lnSpc>
              <a:spcBef>
                <a:spcPts val="1400"/>
              </a:spcBef>
              <a:spcAft>
                <a:spcPts val="0"/>
              </a:spcAft>
              <a:buClr>
                <a:srgbClr val="333F48"/>
              </a:buClr>
              <a:buSzPts val="1980"/>
              <a:buChar char="•"/>
              <a:defRPr/>
            </a:lvl1pPr>
            <a:lvl2pPr marL="914400" lvl="1" indent="-365760" algn="l">
              <a:lnSpc>
                <a:spcPct val="102000"/>
              </a:lnSpc>
              <a:spcBef>
                <a:spcPts val="1400"/>
              </a:spcBef>
              <a:spcAft>
                <a:spcPts val="0"/>
              </a:spcAft>
              <a:buClr>
                <a:srgbClr val="333F48"/>
              </a:buClr>
              <a:buSzPts val="2160"/>
              <a:buChar char="o"/>
              <a:defRPr/>
            </a:lvl2pPr>
            <a:lvl3pPr marL="1371600" lvl="2" indent="-342900" algn="l">
              <a:lnSpc>
                <a:spcPct val="102000"/>
              </a:lnSpc>
              <a:spcBef>
                <a:spcPts val="1400"/>
              </a:spcBef>
              <a:spcAft>
                <a:spcPts val="0"/>
              </a:spcAft>
              <a:buClr>
                <a:srgbClr val="333F48"/>
              </a:buClr>
              <a:buSzPts val="1800"/>
              <a:buChar char="•"/>
              <a:defRPr/>
            </a:lvl3pPr>
            <a:lvl4pPr marL="1828800" lvl="3" indent="-354330" algn="l">
              <a:lnSpc>
                <a:spcPct val="102000"/>
              </a:lnSpc>
              <a:spcBef>
                <a:spcPts val="1400"/>
              </a:spcBef>
              <a:spcAft>
                <a:spcPts val="0"/>
              </a:spcAft>
              <a:buClr>
                <a:srgbClr val="333F48"/>
              </a:buClr>
              <a:buSzPts val="198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118" name="Google Shape;118;p47"/>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Image with caption">
  <p:cSld name="Image with caption 2">
    <p:spTree>
      <p:nvGrpSpPr>
        <p:cNvPr id="1" name="Shape 119"/>
        <p:cNvGrpSpPr/>
        <p:nvPr/>
      </p:nvGrpSpPr>
      <p:grpSpPr>
        <a:xfrm>
          <a:off x="0" y="0"/>
          <a:ext cx="0" cy="0"/>
          <a:chOff x="0" y="0"/>
          <a:chExt cx="0" cy="0"/>
        </a:xfrm>
      </p:grpSpPr>
      <p:sp>
        <p:nvSpPr>
          <p:cNvPr id="120" name="Google Shape;120;p48"/>
          <p:cNvSpPr txBox="1">
            <a:spLocks noGrp="1"/>
          </p:cNvSpPr>
          <p:nvPr>
            <p:ph type="title"/>
          </p:nvPr>
        </p:nvSpPr>
        <p:spPr>
          <a:xfrm>
            <a:off x="451586" y="0"/>
            <a:ext cx="8374915"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2"/>
              </a:buClr>
              <a:buSzPts val="3600"/>
              <a:buFont typeface="Arial"/>
              <a:buNone/>
              <a:defRPr b="1">
                <a:solidFill>
                  <a:schemeClr val="accent2"/>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121" name="Google Shape;121;p48"/>
          <p:cNvSpPr txBox="1">
            <a:spLocks noGrp="1"/>
          </p:cNvSpPr>
          <p:nvPr>
            <p:ph type="body" idx="1"/>
          </p:nvPr>
        </p:nvSpPr>
        <p:spPr>
          <a:xfrm>
            <a:off x="461054" y="4545977"/>
            <a:ext cx="4129089" cy="597523"/>
          </a:xfrm>
          <a:prstGeom prst="rect">
            <a:avLst/>
          </a:prstGeom>
          <a:noFill/>
          <a:ln>
            <a:noFill/>
          </a:ln>
        </p:spPr>
        <p:txBody>
          <a:bodyPr spcFirstLastPara="1" wrap="square" lIns="0" tIns="0" rIns="0" bIns="0" anchor="t" anchorCtr="0">
            <a:noAutofit/>
          </a:bodyPr>
          <a:lstStyle>
            <a:lvl1pPr marL="457200" lvl="0" indent="-228600" algn="l">
              <a:lnSpc>
                <a:spcPct val="102000"/>
              </a:lnSpc>
              <a:spcBef>
                <a:spcPts val="1400"/>
              </a:spcBef>
              <a:spcAft>
                <a:spcPts val="0"/>
              </a:spcAft>
              <a:buClr>
                <a:srgbClr val="333F48"/>
              </a:buClr>
              <a:buSzPts val="2400"/>
              <a:buFont typeface="Arial"/>
              <a:buNone/>
              <a:defRPr>
                <a:latin typeface="Arial"/>
                <a:ea typeface="Arial"/>
                <a:cs typeface="Arial"/>
                <a:sym typeface="Arial"/>
              </a:defRPr>
            </a:lvl1pPr>
            <a:lvl2pPr marL="914400" lvl="1" indent="-411480" algn="l">
              <a:lnSpc>
                <a:spcPct val="102000"/>
              </a:lnSpc>
              <a:spcBef>
                <a:spcPts val="1400"/>
              </a:spcBef>
              <a:spcAft>
                <a:spcPts val="0"/>
              </a:spcAft>
              <a:buClr>
                <a:srgbClr val="333F48"/>
              </a:buClr>
              <a:buSzPts val="2880"/>
              <a:buFont typeface="Arial"/>
              <a:buChar char="o"/>
              <a:defRPr>
                <a:latin typeface="Arial"/>
                <a:ea typeface="Arial"/>
                <a:cs typeface="Arial"/>
                <a:sym typeface="Arial"/>
              </a:defRPr>
            </a:lvl2pPr>
            <a:lvl3pPr marL="1371600" lvl="2" indent="-381000" algn="l">
              <a:lnSpc>
                <a:spcPct val="102000"/>
              </a:lnSpc>
              <a:spcBef>
                <a:spcPts val="1400"/>
              </a:spcBef>
              <a:spcAft>
                <a:spcPts val="0"/>
              </a:spcAft>
              <a:buClr>
                <a:srgbClr val="333F48"/>
              </a:buClr>
              <a:buSzPts val="2400"/>
              <a:buFont typeface="Arial"/>
              <a:buChar char="•"/>
              <a:defRPr>
                <a:latin typeface="Arial"/>
                <a:ea typeface="Arial"/>
                <a:cs typeface="Arial"/>
                <a:sym typeface="Arial"/>
              </a:defRPr>
            </a:lvl3pPr>
            <a:lvl4pPr marL="1828800" lvl="3" indent="-396240" algn="l">
              <a:lnSpc>
                <a:spcPct val="102000"/>
              </a:lnSpc>
              <a:spcBef>
                <a:spcPts val="1400"/>
              </a:spcBef>
              <a:spcAft>
                <a:spcPts val="0"/>
              </a:spcAft>
              <a:buClr>
                <a:srgbClr val="333F48"/>
              </a:buClr>
              <a:buSzPts val="2640"/>
              <a:buFont typeface="Arial"/>
              <a:buChar char="•"/>
              <a:defRPr>
                <a:latin typeface="Arial"/>
                <a:ea typeface="Arial"/>
                <a:cs typeface="Arial"/>
                <a:sym typeface="Arial"/>
              </a:defRPr>
            </a:lvl4pPr>
            <a:lvl5pPr marL="2286000" lvl="4" indent="-228600" algn="l">
              <a:lnSpc>
                <a:spcPct val="102000"/>
              </a:lnSpc>
              <a:spcBef>
                <a:spcPts val="1400"/>
              </a:spcBef>
              <a:spcAft>
                <a:spcPts val="0"/>
              </a:spcAft>
              <a:buClr>
                <a:srgbClr val="333F48"/>
              </a:buClr>
              <a:buSzPts val="2400"/>
              <a:buFont typeface="Arial"/>
              <a:buNone/>
              <a:defRPr>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122" name="Google Shape;122;p48"/>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cSld name="Title Only 2">
    <p:spTree>
      <p:nvGrpSpPr>
        <p:cNvPr id="1" name="Shape 123"/>
        <p:cNvGrpSpPr/>
        <p:nvPr/>
      </p:nvGrpSpPr>
      <p:grpSpPr>
        <a:xfrm>
          <a:off x="0" y="0"/>
          <a:ext cx="0" cy="0"/>
          <a:chOff x="0" y="0"/>
          <a:chExt cx="0" cy="0"/>
        </a:xfrm>
      </p:grpSpPr>
      <p:sp>
        <p:nvSpPr>
          <p:cNvPr id="124" name="Google Shape;124;p49"/>
          <p:cNvSpPr txBox="1">
            <a:spLocks noGrp="1"/>
          </p:cNvSpPr>
          <p:nvPr>
            <p:ph type="title"/>
          </p:nvPr>
        </p:nvSpPr>
        <p:spPr>
          <a:xfrm>
            <a:off x="451586" y="205978"/>
            <a:ext cx="8374915" cy="99417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3600"/>
              <a:buFont typeface="Arial"/>
              <a:buNone/>
              <a:defRPr b="1">
                <a:solidFill>
                  <a:schemeClr val="accent2"/>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125" name="Google Shape;125;p49"/>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Dark Blue - Divider">
  <p:cSld name="Dark Blue - Divider">
    <p:spTree>
      <p:nvGrpSpPr>
        <p:cNvPr id="1" name="Shape 126"/>
        <p:cNvGrpSpPr/>
        <p:nvPr/>
      </p:nvGrpSpPr>
      <p:grpSpPr>
        <a:xfrm>
          <a:off x="0" y="0"/>
          <a:ext cx="0" cy="0"/>
          <a:chOff x="0" y="0"/>
          <a:chExt cx="0" cy="0"/>
        </a:xfrm>
      </p:grpSpPr>
      <p:sp>
        <p:nvSpPr>
          <p:cNvPr id="127" name="Google Shape;127;p50"/>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28" name="Google Shape;128;p50"/>
          <p:cNvSpPr/>
          <p:nvPr/>
        </p:nvSpPr>
        <p:spPr>
          <a:xfrm>
            <a:off x="1805216" y="0"/>
            <a:ext cx="7338788"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29" name="Google Shape;129;p50"/>
          <p:cNvSpPr txBox="1">
            <a:spLocks noGrp="1"/>
          </p:cNvSpPr>
          <p:nvPr>
            <p:ph type="title"/>
          </p:nvPr>
        </p:nvSpPr>
        <p:spPr>
          <a:xfrm>
            <a:off x="2177146" y="0"/>
            <a:ext cx="6667502"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130" name="Google Shape;130;p50"/>
          <p:cNvSpPr txBox="1">
            <a:spLocks noGrp="1"/>
          </p:cNvSpPr>
          <p:nvPr>
            <p:ph type="body" idx="1"/>
          </p:nvPr>
        </p:nvSpPr>
        <p:spPr>
          <a:xfrm>
            <a:off x="2177146" y="2914650"/>
            <a:ext cx="3528788"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131" name="Google Shape;131;p50"/>
          <p:cNvSpPr/>
          <p:nvPr/>
        </p:nvSpPr>
        <p:spPr>
          <a:xfrm>
            <a:off x="457200" y="0"/>
            <a:ext cx="1348018" cy="5143500"/>
          </a:xfrm>
          <a:prstGeom prst="rect">
            <a:avLst/>
          </a:prstGeom>
          <a:solidFill>
            <a:srgbClr val="4F669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32" name="Google Shape;132;p50"/>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Title">
  <p:cSld name="Title 2">
    <p:spTree>
      <p:nvGrpSpPr>
        <p:cNvPr id="1" name="Shape 133"/>
        <p:cNvGrpSpPr/>
        <p:nvPr/>
      </p:nvGrpSpPr>
      <p:grpSpPr>
        <a:xfrm>
          <a:off x="0" y="0"/>
          <a:ext cx="0" cy="0"/>
          <a:chOff x="0" y="0"/>
          <a:chExt cx="0" cy="0"/>
        </a:xfrm>
      </p:grpSpPr>
      <p:cxnSp>
        <p:nvCxnSpPr>
          <p:cNvPr id="134" name="Google Shape;134;p51"/>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135" name="Google Shape;135;p51"/>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136" name="Google Shape;136;p51"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137" name="Google Shape;137;p51"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pic>
        <p:nvPicPr>
          <p:cNvPr id="138" name="Google Shape;138;p51" descr="master_bg.png"/>
          <p:cNvPicPr preferRelativeResize="0"/>
          <p:nvPr/>
        </p:nvPicPr>
        <p:blipFill rotWithShape="1">
          <a:blip r:embed="rId4">
            <a:alphaModFix/>
          </a:blip>
          <a:srcRect/>
          <a:stretch/>
        </p:blipFill>
        <p:spPr>
          <a:xfrm>
            <a:off x="2260600" y="-19052"/>
            <a:ext cx="6883400" cy="5162553"/>
          </a:xfrm>
          <a:prstGeom prst="rect">
            <a:avLst/>
          </a:prstGeom>
          <a:noFill/>
          <a:ln>
            <a:noFill/>
          </a:ln>
        </p:spPr>
      </p:pic>
      <p:sp>
        <p:nvSpPr>
          <p:cNvPr id="139" name="Google Shape;139;p51"/>
          <p:cNvSpPr/>
          <p:nvPr/>
        </p:nvSpPr>
        <p:spPr>
          <a:xfrm>
            <a:off x="457199" y="0"/>
            <a:ext cx="5491750" cy="5143500"/>
          </a:xfrm>
          <a:prstGeom prst="rect">
            <a:avLst/>
          </a:prstGeom>
          <a:solidFill>
            <a:schemeClr val="accent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40" name="Google Shape;140;p51"/>
          <p:cNvSpPr txBox="1">
            <a:spLocks noGrp="1"/>
          </p:cNvSpPr>
          <p:nvPr>
            <p:ph type="title"/>
          </p:nvPr>
        </p:nvSpPr>
        <p:spPr>
          <a:xfrm>
            <a:off x="749808"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141" name="Google Shape;141;p51"/>
          <p:cNvSpPr txBox="1">
            <a:spLocks noGrp="1"/>
          </p:cNvSpPr>
          <p:nvPr>
            <p:ph type="body" idx="1"/>
          </p:nvPr>
        </p:nvSpPr>
        <p:spPr>
          <a:xfrm>
            <a:off x="749808"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142" name="Google Shape;142;p51"/>
          <p:cNvSpPr/>
          <p:nvPr/>
        </p:nvSpPr>
        <p:spPr>
          <a:xfrm>
            <a:off x="0" y="0"/>
            <a:ext cx="457200" cy="5143500"/>
          </a:xfrm>
          <a:prstGeom prst="rect">
            <a:avLst/>
          </a:prstGeom>
          <a:solidFill>
            <a:srgbClr val="5CA6D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43" name="Google Shape;143;p51"/>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Single Content">
  <p:cSld name="Single Content 2">
    <p:spTree>
      <p:nvGrpSpPr>
        <p:cNvPr id="1" name="Shape 144"/>
        <p:cNvGrpSpPr/>
        <p:nvPr/>
      </p:nvGrpSpPr>
      <p:grpSpPr>
        <a:xfrm>
          <a:off x="0" y="0"/>
          <a:ext cx="0" cy="0"/>
          <a:chOff x="0" y="0"/>
          <a:chExt cx="0" cy="0"/>
        </a:xfrm>
      </p:grpSpPr>
      <p:cxnSp>
        <p:nvCxnSpPr>
          <p:cNvPr id="145" name="Google Shape;145;p52"/>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146" name="Google Shape;146;p52"/>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147" name="Google Shape;147;p52"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148" name="Google Shape;148;p52"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149" name="Google Shape;149;p52"/>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150" name="Google Shape;150;p52"/>
          <p:cNvSpPr/>
          <p:nvPr/>
        </p:nvSpPr>
        <p:spPr>
          <a:xfrm>
            <a:off x="0" y="0"/>
            <a:ext cx="152400" cy="5143500"/>
          </a:xfrm>
          <a:prstGeom prst="rect">
            <a:avLst/>
          </a:prstGeom>
          <a:solidFill>
            <a:schemeClr val="accent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51" name="Google Shape;151;p52"/>
          <p:cNvSpPr/>
          <p:nvPr/>
        </p:nvSpPr>
        <p:spPr>
          <a:xfrm>
            <a:off x="152400" y="0"/>
            <a:ext cx="304800" cy="5143500"/>
          </a:xfrm>
          <a:prstGeom prst="rect">
            <a:avLst/>
          </a:prstGeom>
          <a:solidFill>
            <a:srgbClr val="5CA6D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52" name="Google Shape;152;p52"/>
          <p:cNvSpPr txBox="1">
            <a:spLocks noGrp="1"/>
          </p:cNvSpPr>
          <p:nvPr>
            <p:ph type="body" idx="1"/>
          </p:nvPr>
        </p:nvSpPr>
        <p:spPr>
          <a:xfrm>
            <a:off x="941446" y="1200150"/>
            <a:ext cx="7885057" cy="3943350"/>
          </a:xfrm>
          <a:prstGeom prst="rect">
            <a:avLst/>
          </a:prstGeom>
          <a:noFill/>
          <a:ln>
            <a:noFill/>
          </a:ln>
        </p:spPr>
        <p:txBody>
          <a:bodyPr spcFirstLastPara="1" wrap="square" lIns="0" tIns="0" rIns="0" bIns="0" anchor="t" anchorCtr="0">
            <a:noAutofit/>
          </a:bodyPr>
          <a:lstStyle>
            <a:lvl1pPr marL="457200" lvl="0" indent="-354330" algn="l">
              <a:lnSpc>
                <a:spcPct val="102000"/>
              </a:lnSpc>
              <a:spcBef>
                <a:spcPts val="1400"/>
              </a:spcBef>
              <a:spcAft>
                <a:spcPts val="0"/>
              </a:spcAft>
              <a:buClr>
                <a:srgbClr val="333F48"/>
              </a:buClr>
              <a:buSzPts val="1980"/>
              <a:buChar char="•"/>
              <a:defRPr/>
            </a:lvl1pPr>
            <a:lvl2pPr marL="914400" lvl="1" indent="-365760" algn="l">
              <a:lnSpc>
                <a:spcPct val="102000"/>
              </a:lnSpc>
              <a:spcBef>
                <a:spcPts val="1400"/>
              </a:spcBef>
              <a:spcAft>
                <a:spcPts val="0"/>
              </a:spcAft>
              <a:buClr>
                <a:srgbClr val="333F48"/>
              </a:buClr>
              <a:buSzPts val="2160"/>
              <a:buChar char="o"/>
              <a:defRPr/>
            </a:lvl2pPr>
            <a:lvl3pPr marL="1371600" lvl="2" indent="-342900" algn="l">
              <a:lnSpc>
                <a:spcPct val="102000"/>
              </a:lnSpc>
              <a:spcBef>
                <a:spcPts val="1400"/>
              </a:spcBef>
              <a:spcAft>
                <a:spcPts val="0"/>
              </a:spcAft>
              <a:buClr>
                <a:srgbClr val="333F48"/>
              </a:buClr>
              <a:buSzPts val="1800"/>
              <a:buChar char="•"/>
              <a:defRPr/>
            </a:lvl3pPr>
            <a:lvl4pPr marL="1828800" lvl="3" indent="-354330" algn="l">
              <a:lnSpc>
                <a:spcPct val="102000"/>
              </a:lnSpc>
              <a:spcBef>
                <a:spcPts val="1400"/>
              </a:spcBef>
              <a:spcAft>
                <a:spcPts val="0"/>
              </a:spcAft>
              <a:buClr>
                <a:srgbClr val="333F48"/>
              </a:buClr>
              <a:buSzPts val="198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153" name="Google Shape;153;p52"/>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Two content">
  <p:cSld name="Two content 3">
    <p:spTree>
      <p:nvGrpSpPr>
        <p:cNvPr id="1" name="Shape 154"/>
        <p:cNvGrpSpPr/>
        <p:nvPr/>
      </p:nvGrpSpPr>
      <p:grpSpPr>
        <a:xfrm>
          <a:off x="0" y="0"/>
          <a:ext cx="0" cy="0"/>
          <a:chOff x="0" y="0"/>
          <a:chExt cx="0" cy="0"/>
        </a:xfrm>
      </p:grpSpPr>
      <p:cxnSp>
        <p:nvCxnSpPr>
          <p:cNvPr id="155" name="Google Shape;155;p5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156" name="Google Shape;156;p5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157" name="Google Shape;157;p53"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158" name="Google Shape;158;p53"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159" name="Google Shape;159;p53"/>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160" name="Google Shape;160;p53"/>
          <p:cNvSpPr txBox="1">
            <a:spLocks noGrp="1"/>
          </p:cNvSpPr>
          <p:nvPr>
            <p:ph type="body" idx="1"/>
          </p:nvPr>
        </p:nvSpPr>
        <p:spPr>
          <a:xfrm>
            <a:off x="941443" y="1200150"/>
            <a:ext cx="3818297" cy="3943351"/>
          </a:xfrm>
          <a:prstGeom prst="rect">
            <a:avLst/>
          </a:prstGeom>
          <a:noFill/>
          <a:ln>
            <a:noFill/>
          </a:ln>
        </p:spPr>
        <p:txBody>
          <a:bodyPr spcFirstLastPara="1" wrap="square" lIns="0" tIns="0" rIns="0" bIns="0" anchor="t" anchorCtr="0">
            <a:noAutofit/>
          </a:bodyPr>
          <a:lstStyle>
            <a:lvl1pPr marL="457200" lvl="0" indent="-354330" algn="l">
              <a:lnSpc>
                <a:spcPct val="102000"/>
              </a:lnSpc>
              <a:spcBef>
                <a:spcPts val="1400"/>
              </a:spcBef>
              <a:spcAft>
                <a:spcPts val="0"/>
              </a:spcAft>
              <a:buClr>
                <a:srgbClr val="333F48"/>
              </a:buClr>
              <a:buSzPts val="1980"/>
              <a:buChar char="•"/>
              <a:defRPr/>
            </a:lvl1pPr>
            <a:lvl2pPr marL="914400" lvl="1" indent="-365760" algn="l">
              <a:lnSpc>
                <a:spcPct val="102000"/>
              </a:lnSpc>
              <a:spcBef>
                <a:spcPts val="1400"/>
              </a:spcBef>
              <a:spcAft>
                <a:spcPts val="0"/>
              </a:spcAft>
              <a:buClr>
                <a:srgbClr val="333F48"/>
              </a:buClr>
              <a:buSzPts val="2160"/>
              <a:buChar char="o"/>
              <a:defRPr/>
            </a:lvl2pPr>
            <a:lvl3pPr marL="1371600" lvl="2" indent="-342900" algn="l">
              <a:lnSpc>
                <a:spcPct val="102000"/>
              </a:lnSpc>
              <a:spcBef>
                <a:spcPts val="1400"/>
              </a:spcBef>
              <a:spcAft>
                <a:spcPts val="0"/>
              </a:spcAft>
              <a:buClr>
                <a:srgbClr val="333F48"/>
              </a:buClr>
              <a:buSzPts val="1800"/>
              <a:buChar char="•"/>
              <a:defRPr/>
            </a:lvl3pPr>
            <a:lvl4pPr marL="1828800" lvl="3" indent="-354330" algn="l">
              <a:lnSpc>
                <a:spcPct val="102000"/>
              </a:lnSpc>
              <a:spcBef>
                <a:spcPts val="1400"/>
              </a:spcBef>
              <a:spcAft>
                <a:spcPts val="0"/>
              </a:spcAft>
              <a:buClr>
                <a:srgbClr val="333F48"/>
              </a:buClr>
              <a:buSzPts val="198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161" name="Google Shape;161;p53"/>
          <p:cNvSpPr/>
          <p:nvPr/>
        </p:nvSpPr>
        <p:spPr>
          <a:xfrm>
            <a:off x="0" y="0"/>
            <a:ext cx="152400" cy="5143500"/>
          </a:xfrm>
          <a:prstGeom prst="rect">
            <a:avLst/>
          </a:prstGeom>
          <a:solidFill>
            <a:schemeClr val="accent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62" name="Google Shape;162;p53"/>
          <p:cNvSpPr/>
          <p:nvPr/>
        </p:nvSpPr>
        <p:spPr>
          <a:xfrm>
            <a:off x="152400" y="0"/>
            <a:ext cx="304800" cy="5143500"/>
          </a:xfrm>
          <a:prstGeom prst="rect">
            <a:avLst/>
          </a:prstGeom>
          <a:solidFill>
            <a:srgbClr val="5CA6D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63" name="Google Shape;163;p53"/>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Image with caption">
  <p:cSld name="Image with caption 3">
    <p:spTree>
      <p:nvGrpSpPr>
        <p:cNvPr id="1" name="Shape 164"/>
        <p:cNvGrpSpPr/>
        <p:nvPr/>
      </p:nvGrpSpPr>
      <p:grpSpPr>
        <a:xfrm>
          <a:off x="0" y="0"/>
          <a:ext cx="0" cy="0"/>
          <a:chOff x="0" y="0"/>
          <a:chExt cx="0" cy="0"/>
        </a:xfrm>
      </p:grpSpPr>
      <p:cxnSp>
        <p:nvCxnSpPr>
          <p:cNvPr id="165" name="Google Shape;165;p5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166" name="Google Shape;166;p5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167" name="Google Shape;167;p54"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168" name="Google Shape;168;p54"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169" name="Google Shape;169;p54"/>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170" name="Google Shape;170;p54"/>
          <p:cNvSpPr txBox="1">
            <a:spLocks noGrp="1"/>
          </p:cNvSpPr>
          <p:nvPr>
            <p:ph type="body" idx="1"/>
          </p:nvPr>
        </p:nvSpPr>
        <p:spPr>
          <a:xfrm>
            <a:off x="950916" y="4049317"/>
            <a:ext cx="3535364" cy="1094183"/>
          </a:xfrm>
          <a:prstGeom prst="rect">
            <a:avLst/>
          </a:prstGeom>
          <a:noFill/>
          <a:ln>
            <a:noFill/>
          </a:ln>
        </p:spPr>
        <p:txBody>
          <a:bodyPr spcFirstLastPara="1" wrap="square" lIns="0" tIns="0" rIns="0" bIns="0" anchor="t" anchorCtr="0">
            <a:noAutofit/>
          </a:bodyPr>
          <a:lstStyle>
            <a:lvl1pPr marL="457200" lvl="0" indent="-228600" algn="l">
              <a:lnSpc>
                <a:spcPct val="102000"/>
              </a:lnSpc>
              <a:spcBef>
                <a:spcPts val="1400"/>
              </a:spcBef>
              <a:spcAft>
                <a:spcPts val="0"/>
              </a:spcAft>
              <a:buClr>
                <a:srgbClr val="333F48"/>
              </a:buClr>
              <a:buSzPts val="2400"/>
              <a:buFont typeface="Arial"/>
              <a:buNone/>
              <a:defRPr>
                <a:latin typeface="Arial"/>
                <a:ea typeface="Arial"/>
                <a:cs typeface="Arial"/>
                <a:sym typeface="Arial"/>
              </a:defRPr>
            </a:lvl1pPr>
            <a:lvl2pPr marL="914400" lvl="1" indent="-411480" algn="l">
              <a:lnSpc>
                <a:spcPct val="102000"/>
              </a:lnSpc>
              <a:spcBef>
                <a:spcPts val="1400"/>
              </a:spcBef>
              <a:spcAft>
                <a:spcPts val="0"/>
              </a:spcAft>
              <a:buClr>
                <a:srgbClr val="333F48"/>
              </a:buClr>
              <a:buSzPts val="2880"/>
              <a:buFont typeface="Arial"/>
              <a:buChar char="o"/>
              <a:defRPr>
                <a:latin typeface="Arial"/>
                <a:ea typeface="Arial"/>
                <a:cs typeface="Arial"/>
                <a:sym typeface="Arial"/>
              </a:defRPr>
            </a:lvl2pPr>
            <a:lvl3pPr marL="1371600" lvl="2" indent="-381000" algn="l">
              <a:lnSpc>
                <a:spcPct val="102000"/>
              </a:lnSpc>
              <a:spcBef>
                <a:spcPts val="1400"/>
              </a:spcBef>
              <a:spcAft>
                <a:spcPts val="0"/>
              </a:spcAft>
              <a:buClr>
                <a:srgbClr val="333F48"/>
              </a:buClr>
              <a:buSzPts val="2400"/>
              <a:buFont typeface="Arial"/>
              <a:buChar char="•"/>
              <a:defRPr>
                <a:latin typeface="Arial"/>
                <a:ea typeface="Arial"/>
                <a:cs typeface="Arial"/>
                <a:sym typeface="Arial"/>
              </a:defRPr>
            </a:lvl3pPr>
            <a:lvl4pPr marL="1828800" lvl="3" indent="-396240" algn="l">
              <a:lnSpc>
                <a:spcPct val="102000"/>
              </a:lnSpc>
              <a:spcBef>
                <a:spcPts val="1400"/>
              </a:spcBef>
              <a:spcAft>
                <a:spcPts val="0"/>
              </a:spcAft>
              <a:buClr>
                <a:srgbClr val="333F48"/>
              </a:buClr>
              <a:buSzPts val="2640"/>
              <a:buFont typeface="Arial"/>
              <a:buChar char="•"/>
              <a:defRPr>
                <a:latin typeface="Arial"/>
                <a:ea typeface="Arial"/>
                <a:cs typeface="Arial"/>
                <a:sym typeface="Arial"/>
              </a:defRPr>
            </a:lvl4pPr>
            <a:lvl5pPr marL="2286000" lvl="4" indent="-228600" algn="l">
              <a:lnSpc>
                <a:spcPct val="102000"/>
              </a:lnSpc>
              <a:spcBef>
                <a:spcPts val="1400"/>
              </a:spcBef>
              <a:spcAft>
                <a:spcPts val="0"/>
              </a:spcAft>
              <a:buClr>
                <a:srgbClr val="333F48"/>
              </a:buClr>
              <a:buSzPts val="2400"/>
              <a:buFont typeface="Arial"/>
              <a:buNone/>
              <a:defRPr>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171" name="Google Shape;171;p54"/>
          <p:cNvSpPr/>
          <p:nvPr/>
        </p:nvSpPr>
        <p:spPr>
          <a:xfrm>
            <a:off x="0" y="0"/>
            <a:ext cx="152400" cy="5143500"/>
          </a:xfrm>
          <a:prstGeom prst="rect">
            <a:avLst/>
          </a:prstGeom>
          <a:solidFill>
            <a:schemeClr val="accent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72" name="Google Shape;172;p54"/>
          <p:cNvSpPr/>
          <p:nvPr/>
        </p:nvSpPr>
        <p:spPr>
          <a:xfrm>
            <a:off x="152400" y="0"/>
            <a:ext cx="304800" cy="5143500"/>
          </a:xfrm>
          <a:prstGeom prst="rect">
            <a:avLst/>
          </a:prstGeom>
          <a:solidFill>
            <a:srgbClr val="5CA6D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73" name="Google Shape;173;p54"/>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Title Only">
  <p:cSld name="Title Only 3">
    <p:spTree>
      <p:nvGrpSpPr>
        <p:cNvPr id="1" name="Shape 174"/>
        <p:cNvGrpSpPr/>
        <p:nvPr/>
      </p:nvGrpSpPr>
      <p:grpSpPr>
        <a:xfrm>
          <a:off x="0" y="0"/>
          <a:ext cx="0" cy="0"/>
          <a:chOff x="0" y="0"/>
          <a:chExt cx="0" cy="0"/>
        </a:xfrm>
      </p:grpSpPr>
      <p:cxnSp>
        <p:nvCxnSpPr>
          <p:cNvPr id="175" name="Google Shape;175;p55"/>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176" name="Google Shape;176;p55"/>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177" name="Google Shape;177;p55"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178" name="Google Shape;178;p55"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179" name="Google Shape;179;p55"/>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180" name="Google Shape;180;p55"/>
          <p:cNvSpPr/>
          <p:nvPr/>
        </p:nvSpPr>
        <p:spPr>
          <a:xfrm>
            <a:off x="0" y="0"/>
            <a:ext cx="152400" cy="5143500"/>
          </a:xfrm>
          <a:prstGeom prst="rect">
            <a:avLst/>
          </a:prstGeom>
          <a:solidFill>
            <a:schemeClr val="accent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81" name="Google Shape;181;p55"/>
          <p:cNvSpPr/>
          <p:nvPr/>
        </p:nvSpPr>
        <p:spPr>
          <a:xfrm>
            <a:off x="152400" y="0"/>
            <a:ext cx="304800" cy="5143500"/>
          </a:xfrm>
          <a:prstGeom prst="rect">
            <a:avLst/>
          </a:prstGeom>
          <a:solidFill>
            <a:srgbClr val="5CA6D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82" name="Google Shape;182;p55"/>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Title Only - No Footer">
  <p:cSld name="Title Only - No Footer 2">
    <p:spTree>
      <p:nvGrpSpPr>
        <p:cNvPr id="1" name="Shape 183"/>
        <p:cNvGrpSpPr/>
        <p:nvPr/>
      </p:nvGrpSpPr>
      <p:grpSpPr>
        <a:xfrm>
          <a:off x="0" y="0"/>
          <a:ext cx="0" cy="0"/>
          <a:chOff x="0" y="0"/>
          <a:chExt cx="0" cy="0"/>
        </a:xfrm>
      </p:grpSpPr>
      <p:cxnSp>
        <p:nvCxnSpPr>
          <p:cNvPr id="184" name="Google Shape;184;p56"/>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185" name="Google Shape;185;p56"/>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186" name="Google Shape;186;p56"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187" name="Google Shape;187;p56"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188" name="Google Shape;188;p56"/>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89" name="Google Shape;189;p56"/>
          <p:cNvSpPr txBox="1">
            <a:spLocks noGrp="1"/>
          </p:cNvSpPr>
          <p:nvPr>
            <p:ph type="title"/>
          </p:nvPr>
        </p:nvSpPr>
        <p:spPr>
          <a:xfrm>
            <a:off x="941446" y="205978"/>
            <a:ext cx="7885057" cy="99417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190" name="Google Shape;190;p56"/>
          <p:cNvSpPr/>
          <p:nvPr/>
        </p:nvSpPr>
        <p:spPr>
          <a:xfrm>
            <a:off x="0" y="0"/>
            <a:ext cx="152400" cy="5143500"/>
          </a:xfrm>
          <a:prstGeom prst="rect">
            <a:avLst/>
          </a:prstGeom>
          <a:solidFill>
            <a:schemeClr val="accent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91" name="Google Shape;191;p56"/>
          <p:cNvSpPr/>
          <p:nvPr/>
        </p:nvSpPr>
        <p:spPr>
          <a:xfrm>
            <a:off x="152400" y="0"/>
            <a:ext cx="304800" cy="5143500"/>
          </a:xfrm>
          <a:prstGeom prst="rect">
            <a:avLst/>
          </a:prstGeom>
          <a:solidFill>
            <a:srgbClr val="5CA6D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92" name="Google Shape;192;p56"/>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Image with bullets">
  <p:cSld name="Image with bullets 2">
    <p:spTree>
      <p:nvGrpSpPr>
        <p:cNvPr id="1" name="Shape 193"/>
        <p:cNvGrpSpPr/>
        <p:nvPr/>
      </p:nvGrpSpPr>
      <p:grpSpPr>
        <a:xfrm>
          <a:off x="0" y="0"/>
          <a:ext cx="0" cy="0"/>
          <a:chOff x="0" y="0"/>
          <a:chExt cx="0" cy="0"/>
        </a:xfrm>
      </p:grpSpPr>
      <p:cxnSp>
        <p:nvCxnSpPr>
          <p:cNvPr id="194" name="Google Shape;194;p57"/>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195" name="Google Shape;195;p57"/>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196" name="Google Shape;196;p57"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197" name="Google Shape;197;p57"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198" name="Google Shape;198;p57"/>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99" name="Google Shape;199;p57"/>
          <p:cNvSpPr txBox="1">
            <a:spLocks noGrp="1"/>
          </p:cNvSpPr>
          <p:nvPr>
            <p:ph type="body" idx="1"/>
          </p:nvPr>
        </p:nvSpPr>
        <p:spPr>
          <a:xfrm>
            <a:off x="5626100" y="685803"/>
            <a:ext cx="3200400" cy="3880247"/>
          </a:xfrm>
          <a:prstGeom prst="rect">
            <a:avLst/>
          </a:prstGeom>
          <a:noFill/>
          <a:ln>
            <a:noFill/>
          </a:ln>
        </p:spPr>
        <p:txBody>
          <a:bodyPr spcFirstLastPara="1" wrap="square" lIns="0" tIns="0" rIns="0" bIns="0" anchor="t" anchorCtr="0">
            <a:noAutofit/>
          </a:bodyPr>
          <a:lstStyle>
            <a:lvl1pPr marL="457200" lvl="0" indent="-342900" algn="l">
              <a:lnSpc>
                <a:spcPct val="102000"/>
              </a:lnSpc>
              <a:spcBef>
                <a:spcPts val="1400"/>
              </a:spcBef>
              <a:spcAft>
                <a:spcPts val="0"/>
              </a:spcAft>
              <a:buClr>
                <a:srgbClr val="333F48"/>
              </a:buClr>
              <a:buSzPts val="1800"/>
              <a:buChar char="•"/>
              <a:defRPr/>
            </a:lvl1pPr>
            <a:lvl2pPr marL="914400" lvl="1" indent="-342900" algn="l">
              <a:lnSpc>
                <a:spcPct val="102000"/>
              </a:lnSpc>
              <a:spcBef>
                <a:spcPts val="1400"/>
              </a:spcBef>
              <a:spcAft>
                <a:spcPts val="0"/>
              </a:spcAft>
              <a:buClr>
                <a:srgbClr val="333F48"/>
              </a:buClr>
              <a:buSzPts val="1800"/>
              <a:buChar char="•"/>
              <a:defRPr/>
            </a:lvl2pPr>
            <a:lvl3pPr marL="1371600" lvl="2" indent="-342900" algn="l">
              <a:lnSpc>
                <a:spcPct val="102000"/>
              </a:lnSpc>
              <a:spcBef>
                <a:spcPts val="1400"/>
              </a:spcBef>
              <a:spcAft>
                <a:spcPts val="0"/>
              </a:spcAft>
              <a:buClr>
                <a:srgbClr val="333F48"/>
              </a:buClr>
              <a:buSzPts val="1800"/>
              <a:buChar char="•"/>
              <a:defRPr/>
            </a:lvl3pPr>
            <a:lvl4pPr marL="1828800" lvl="3" indent="-342900" algn="l">
              <a:lnSpc>
                <a:spcPct val="102000"/>
              </a:lnSpc>
              <a:spcBef>
                <a:spcPts val="1400"/>
              </a:spcBef>
              <a:spcAft>
                <a:spcPts val="0"/>
              </a:spcAft>
              <a:buClr>
                <a:srgbClr val="333F48"/>
              </a:buClr>
              <a:buSzPts val="180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200" name="Google Shape;200;p57"/>
          <p:cNvSpPr/>
          <p:nvPr/>
        </p:nvSpPr>
        <p:spPr>
          <a:xfrm>
            <a:off x="0" y="0"/>
            <a:ext cx="152400" cy="5143500"/>
          </a:xfrm>
          <a:prstGeom prst="rect">
            <a:avLst/>
          </a:prstGeom>
          <a:solidFill>
            <a:schemeClr val="accent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01" name="Google Shape;201;p57"/>
          <p:cNvSpPr/>
          <p:nvPr/>
        </p:nvSpPr>
        <p:spPr>
          <a:xfrm>
            <a:off x="152400" y="0"/>
            <a:ext cx="304800" cy="5143500"/>
          </a:xfrm>
          <a:prstGeom prst="rect">
            <a:avLst/>
          </a:prstGeom>
          <a:solidFill>
            <a:srgbClr val="5CA6D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02" name="Google Shape;202;p57"/>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Image - Large">
  <p:cSld name="Image - Large 2">
    <p:spTree>
      <p:nvGrpSpPr>
        <p:cNvPr id="1" name="Shape 203"/>
        <p:cNvGrpSpPr/>
        <p:nvPr/>
      </p:nvGrpSpPr>
      <p:grpSpPr>
        <a:xfrm>
          <a:off x="0" y="0"/>
          <a:ext cx="0" cy="0"/>
          <a:chOff x="0" y="0"/>
          <a:chExt cx="0" cy="0"/>
        </a:xfrm>
      </p:grpSpPr>
      <p:cxnSp>
        <p:nvCxnSpPr>
          <p:cNvPr id="204" name="Google Shape;204;p58"/>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205" name="Google Shape;205;p58"/>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206" name="Google Shape;206;p58"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207" name="Google Shape;207;p58"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208" name="Google Shape;208;p58"/>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09" name="Google Shape;209;p58"/>
          <p:cNvSpPr/>
          <p:nvPr/>
        </p:nvSpPr>
        <p:spPr>
          <a:xfrm>
            <a:off x="0" y="0"/>
            <a:ext cx="152400" cy="5143500"/>
          </a:xfrm>
          <a:prstGeom prst="rect">
            <a:avLst/>
          </a:prstGeom>
          <a:solidFill>
            <a:schemeClr val="accent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10" name="Google Shape;210;p58"/>
          <p:cNvSpPr/>
          <p:nvPr/>
        </p:nvSpPr>
        <p:spPr>
          <a:xfrm>
            <a:off x="152400" y="0"/>
            <a:ext cx="304800" cy="5143500"/>
          </a:xfrm>
          <a:prstGeom prst="rect">
            <a:avLst/>
          </a:prstGeom>
          <a:solidFill>
            <a:srgbClr val="5CA6D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11" name="Google Shape;211;p58"/>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Divider">
  <p:cSld name="Divider 2">
    <p:spTree>
      <p:nvGrpSpPr>
        <p:cNvPr id="1" name="Shape 212"/>
        <p:cNvGrpSpPr/>
        <p:nvPr/>
      </p:nvGrpSpPr>
      <p:grpSpPr>
        <a:xfrm>
          <a:off x="0" y="0"/>
          <a:ext cx="0" cy="0"/>
          <a:chOff x="0" y="0"/>
          <a:chExt cx="0" cy="0"/>
        </a:xfrm>
      </p:grpSpPr>
      <p:cxnSp>
        <p:nvCxnSpPr>
          <p:cNvPr id="213" name="Google Shape;213;p59"/>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214" name="Google Shape;214;p59"/>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215" name="Google Shape;215;p59"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216" name="Google Shape;216;p59"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217" name="Google Shape;217;p59"/>
          <p:cNvSpPr/>
          <p:nvPr/>
        </p:nvSpPr>
        <p:spPr>
          <a:xfrm>
            <a:off x="-2" y="0"/>
            <a:ext cx="3652255"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18" name="Google Shape;218;p59"/>
          <p:cNvSpPr/>
          <p:nvPr/>
        </p:nvSpPr>
        <p:spPr>
          <a:xfrm>
            <a:off x="457199" y="0"/>
            <a:ext cx="3195054" cy="5143500"/>
          </a:xfrm>
          <a:prstGeom prst="rect">
            <a:avLst/>
          </a:prstGeom>
          <a:solidFill>
            <a:srgbClr val="5CA6D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19" name="Google Shape;219;p59"/>
          <p:cNvSpPr/>
          <p:nvPr/>
        </p:nvSpPr>
        <p:spPr>
          <a:xfrm>
            <a:off x="3652256" y="0"/>
            <a:ext cx="5488575" cy="5143500"/>
          </a:xfrm>
          <a:prstGeom prst="rect">
            <a:avLst/>
          </a:prstGeom>
          <a:solidFill>
            <a:schemeClr val="accent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20" name="Google Shape;220;p59"/>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221" name="Google Shape;221;p59"/>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222" name="Google Shape;222;p59"/>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Divider with Image">
  <p:cSld name="Divider with Image 2">
    <p:spTree>
      <p:nvGrpSpPr>
        <p:cNvPr id="1" name="Shape 223"/>
        <p:cNvGrpSpPr/>
        <p:nvPr/>
      </p:nvGrpSpPr>
      <p:grpSpPr>
        <a:xfrm>
          <a:off x="0" y="0"/>
          <a:ext cx="0" cy="0"/>
          <a:chOff x="0" y="0"/>
          <a:chExt cx="0" cy="0"/>
        </a:xfrm>
      </p:grpSpPr>
      <p:cxnSp>
        <p:nvCxnSpPr>
          <p:cNvPr id="224" name="Google Shape;224;p60"/>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225" name="Google Shape;225;p60"/>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226" name="Google Shape;226;p60"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227" name="Google Shape;227;p60"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228" name="Google Shape;228;p60"/>
          <p:cNvSpPr/>
          <p:nvPr/>
        </p:nvSpPr>
        <p:spPr>
          <a:xfrm>
            <a:off x="-2" y="0"/>
            <a:ext cx="3652255"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29" name="Google Shape;229;p60"/>
          <p:cNvSpPr/>
          <p:nvPr/>
        </p:nvSpPr>
        <p:spPr>
          <a:xfrm>
            <a:off x="3657600" y="0"/>
            <a:ext cx="5486400" cy="5143500"/>
          </a:xfrm>
          <a:prstGeom prst="rect">
            <a:avLst/>
          </a:prstGeom>
          <a:solidFill>
            <a:schemeClr val="accent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30" name="Google Shape;230;p60"/>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231" name="Google Shape;231;p60"/>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232" name="Google Shape;232;p60"/>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Title">
  <p:cSld name="Title 3">
    <p:spTree>
      <p:nvGrpSpPr>
        <p:cNvPr id="1" name="Shape 233"/>
        <p:cNvGrpSpPr/>
        <p:nvPr/>
      </p:nvGrpSpPr>
      <p:grpSpPr>
        <a:xfrm>
          <a:off x="0" y="0"/>
          <a:ext cx="0" cy="0"/>
          <a:chOff x="0" y="0"/>
          <a:chExt cx="0" cy="0"/>
        </a:xfrm>
      </p:grpSpPr>
      <p:cxnSp>
        <p:nvCxnSpPr>
          <p:cNvPr id="234" name="Google Shape;234;p61"/>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235" name="Google Shape;235;p61"/>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236" name="Google Shape;236;p61"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237" name="Google Shape;237;p61"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pic>
        <p:nvPicPr>
          <p:cNvPr id="238" name="Google Shape;238;p61" descr="master_bg.png"/>
          <p:cNvPicPr preferRelativeResize="0"/>
          <p:nvPr/>
        </p:nvPicPr>
        <p:blipFill rotWithShape="1">
          <a:blip r:embed="rId4">
            <a:alphaModFix/>
          </a:blip>
          <a:srcRect/>
          <a:stretch/>
        </p:blipFill>
        <p:spPr>
          <a:xfrm>
            <a:off x="2260600" y="-19052"/>
            <a:ext cx="6883400" cy="5162553"/>
          </a:xfrm>
          <a:prstGeom prst="rect">
            <a:avLst/>
          </a:prstGeom>
          <a:noFill/>
          <a:ln>
            <a:noFill/>
          </a:ln>
        </p:spPr>
      </p:pic>
      <p:sp>
        <p:nvSpPr>
          <p:cNvPr id="239" name="Google Shape;239;p61"/>
          <p:cNvSpPr/>
          <p:nvPr/>
        </p:nvSpPr>
        <p:spPr>
          <a:xfrm>
            <a:off x="457199" y="0"/>
            <a:ext cx="5491750" cy="5143500"/>
          </a:xfrm>
          <a:prstGeom prst="rect">
            <a:avLst/>
          </a:prstGeom>
          <a:solidFill>
            <a:schemeClr val="accent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40" name="Google Shape;240;p61"/>
          <p:cNvSpPr txBox="1">
            <a:spLocks noGrp="1"/>
          </p:cNvSpPr>
          <p:nvPr>
            <p:ph type="title"/>
          </p:nvPr>
        </p:nvSpPr>
        <p:spPr>
          <a:xfrm>
            <a:off x="749808"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241" name="Google Shape;241;p61"/>
          <p:cNvSpPr txBox="1">
            <a:spLocks noGrp="1"/>
          </p:cNvSpPr>
          <p:nvPr>
            <p:ph type="body" idx="1"/>
          </p:nvPr>
        </p:nvSpPr>
        <p:spPr>
          <a:xfrm>
            <a:off x="749808"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242" name="Google Shape;242;p61"/>
          <p:cNvSpPr/>
          <p:nvPr/>
        </p:nvSpPr>
        <p:spPr>
          <a:xfrm>
            <a:off x="0" y="0"/>
            <a:ext cx="457200" cy="5143500"/>
          </a:xfrm>
          <a:prstGeom prst="rect">
            <a:avLst/>
          </a:prstGeom>
          <a:solidFill>
            <a:srgbClr val="54808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43" name="Google Shape;243;p61"/>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Single Content">
  <p:cSld name="Single Content 3">
    <p:spTree>
      <p:nvGrpSpPr>
        <p:cNvPr id="1" name="Shape 244"/>
        <p:cNvGrpSpPr/>
        <p:nvPr/>
      </p:nvGrpSpPr>
      <p:grpSpPr>
        <a:xfrm>
          <a:off x="0" y="0"/>
          <a:ext cx="0" cy="0"/>
          <a:chOff x="0" y="0"/>
          <a:chExt cx="0" cy="0"/>
        </a:xfrm>
      </p:grpSpPr>
      <p:cxnSp>
        <p:nvCxnSpPr>
          <p:cNvPr id="245" name="Google Shape;245;p62"/>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246" name="Google Shape;246;p62"/>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247" name="Google Shape;247;p62"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248" name="Google Shape;248;p62"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249" name="Google Shape;249;p62"/>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250" name="Google Shape;250;p62"/>
          <p:cNvSpPr/>
          <p:nvPr/>
        </p:nvSpPr>
        <p:spPr>
          <a:xfrm>
            <a:off x="0" y="0"/>
            <a:ext cx="152400" cy="5143500"/>
          </a:xfrm>
          <a:prstGeom prst="rect">
            <a:avLst/>
          </a:prstGeom>
          <a:solidFill>
            <a:schemeClr val="accent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51" name="Google Shape;251;p62"/>
          <p:cNvSpPr/>
          <p:nvPr/>
        </p:nvSpPr>
        <p:spPr>
          <a:xfrm>
            <a:off x="152400" y="0"/>
            <a:ext cx="304800" cy="5143500"/>
          </a:xfrm>
          <a:prstGeom prst="rect">
            <a:avLst/>
          </a:prstGeom>
          <a:solidFill>
            <a:srgbClr val="54808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52" name="Google Shape;252;p62"/>
          <p:cNvSpPr txBox="1">
            <a:spLocks noGrp="1"/>
          </p:cNvSpPr>
          <p:nvPr>
            <p:ph type="body" idx="1"/>
          </p:nvPr>
        </p:nvSpPr>
        <p:spPr>
          <a:xfrm>
            <a:off x="941387" y="1200150"/>
            <a:ext cx="7885113" cy="3943350"/>
          </a:xfrm>
          <a:prstGeom prst="rect">
            <a:avLst/>
          </a:prstGeom>
          <a:noFill/>
          <a:ln>
            <a:noFill/>
          </a:ln>
        </p:spPr>
        <p:txBody>
          <a:bodyPr spcFirstLastPara="1" wrap="square" lIns="0" tIns="0" rIns="0" bIns="0" anchor="t" anchorCtr="0">
            <a:noAutofit/>
          </a:bodyPr>
          <a:lstStyle>
            <a:lvl1pPr marL="457200" lvl="0" indent="-354330" algn="l">
              <a:lnSpc>
                <a:spcPct val="102000"/>
              </a:lnSpc>
              <a:spcBef>
                <a:spcPts val="1400"/>
              </a:spcBef>
              <a:spcAft>
                <a:spcPts val="0"/>
              </a:spcAft>
              <a:buClr>
                <a:srgbClr val="333F48"/>
              </a:buClr>
              <a:buSzPts val="1980"/>
              <a:buChar char="•"/>
              <a:defRPr/>
            </a:lvl1pPr>
            <a:lvl2pPr marL="914400" lvl="1" indent="-365760" algn="l">
              <a:lnSpc>
                <a:spcPct val="102000"/>
              </a:lnSpc>
              <a:spcBef>
                <a:spcPts val="1400"/>
              </a:spcBef>
              <a:spcAft>
                <a:spcPts val="0"/>
              </a:spcAft>
              <a:buClr>
                <a:srgbClr val="333F48"/>
              </a:buClr>
              <a:buSzPts val="2160"/>
              <a:buChar char="o"/>
              <a:defRPr/>
            </a:lvl2pPr>
            <a:lvl3pPr marL="1371600" lvl="2" indent="-342900" algn="l">
              <a:lnSpc>
                <a:spcPct val="102000"/>
              </a:lnSpc>
              <a:spcBef>
                <a:spcPts val="1400"/>
              </a:spcBef>
              <a:spcAft>
                <a:spcPts val="0"/>
              </a:spcAft>
              <a:buClr>
                <a:srgbClr val="333F48"/>
              </a:buClr>
              <a:buSzPts val="1800"/>
              <a:buChar char="•"/>
              <a:defRPr/>
            </a:lvl3pPr>
            <a:lvl4pPr marL="1828800" lvl="3" indent="-354330" algn="l">
              <a:lnSpc>
                <a:spcPct val="102000"/>
              </a:lnSpc>
              <a:spcBef>
                <a:spcPts val="1400"/>
              </a:spcBef>
              <a:spcAft>
                <a:spcPts val="0"/>
              </a:spcAft>
              <a:buClr>
                <a:srgbClr val="333F48"/>
              </a:buClr>
              <a:buSzPts val="198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253" name="Google Shape;253;p62"/>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Two content">
  <p:cSld name="Two content 4">
    <p:spTree>
      <p:nvGrpSpPr>
        <p:cNvPr id="1" name="Shape 254"/>
        <p:cNvGrpSpPr/>
        <p:nvPr/>
      </p:nvGrpSpPr>
      <p:grpSpPr>
        <a:xfrm>
          <a:off x="0" y="0"/>
          <a:ext cx="0" cy="0"/>
          <a:chOff x="0" y="0"/>
          <a:chExt cx="0" cy="0"/>
        </a:xfrm>
      </p:grpSpPr>
      <p:cxnSp>
        <p:nvCxnSpPr>
          <p:cNvPr id="255" name="Google Shape;255;p6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256" name="Google Shape;256;p6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257" name="Google Shape;257;p63"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258" name="Google Shape;258;p63"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259" name="Google Shape;259;p63"/>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260" name="Google Shape;260;p63"/>
          <p:cNvSpPr txBox="1">
            <a:spLocks noGrp="1"/>
          </p:cNvSpPr>
          <p:nvPr>
            <p:ph type="body" idx="1"/>
          </p:nvPr>
        </p:nvSpPr>
        <p:spPr>
          <a:xfrm>
            <a:off x="941443" y="1200150"/>
            <a:ext cx="3818297" cy="3943351"/>
          </a:xfrm>
          <a:prstGeom prst="rect">
            <a:avLst/>
          </a:prstGeom>
          <a:noFill/>
          <a:ln>
            <a:noFill/>
          </a:ln>
        </p:spPr>
        <p:txBody>
          <a:bodyPr spcFirstLastPara="1" wrap="square" lIns="0" tIns="0" rIns="0" bIns="0" anchor="t" anchorCtr="0">
            <a:noAutofit/>
          </a:bodyPr>
          <a:lstStyle>
            <a:lvl1pPr marL="457200" lvl="0" indent="-354330" algn="l">
              <a:lnSpc>
                <a:spcPct val="102000"/>
              </a:lnSpc>
              <a:spcBef>
                <a:spcPts val="1400"/>
              </a:spcBef>
              <a:spcAft>
                <a:spcPts val="0"/>
              </a:spcAft>
              <a:buClr>
                <a:srgbClr val="333F48"/>
              </a:buClr>
              <a:buSzPts val="1980"/>
              <a:buChar char="•"/>
              <a:defRPr/>
            </a:lvl1pPr>
            <a:lvl2pPr marL="914400" lvl="1" indent="-365760" algn="l">
              <a:lnSpc>
                <a:spcPct val="102000"/>
              </a:lnSpc>
              <a:spcBef>
                <a:spcPts val="1400"/>
              </a:spcBef>
              <a:spcAft>
                <a:spcPts val="0"/>
              </a:spcAft>
              <a:buClr>
                <a:srgbClr val="333F48"/>
              </a:buClr>
              <a:buSzPts val="2160"/>
              <a:buChar char="o"/>
              <a:defRPr/>
            </a:lvl2pPr>
            <a:lvl3pPr marL="1371600" lvl="2" indent="-342900" algn="l">
              <a:lnSpc>
                <a:spcPct val="102000"/>
              </a:lnSpc>
              <a:spcBef>
                <a:spcPts val="1400"/>
              </a:spcBef>
              <a:spcAft>
                <a:spcPts val="0"/>
              </a:spcAft>
              <a:buClr>
                <a:srgbClr val="333F48"/>
              </a:buClr>
              <a:buSzPts val="1800"/>
              <a:buChar char="•"/>
              <a:defRPr/>
            </a:lvl3pPr>
            <a:lvl4pPr marL="1828800" lvl="3" indent="-354330" algn="l">
              <a:lnSpc>
                <a:spcPct val="102000"/>
              </a:lnSpc>
              <a:spcBef>
                <a:spcPts val="1400"/>
              </a:spcBef>
              <a:spcAft>
                <a:spcPts val="0"/>
              </a:spcAft>
              <a:buClr>
                <a:srgbClr val="333F48"/>
              </a:buClr>
              <a:buSzPts val="198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261" name="Google Shape;261;p63"/>
          <p:cNvSpPr/>
          <p:nvPr/>
        </p:nvSpPr>
        <p:spPr>
          <a:xfrm>
            <a:off x="0" y="0"/>
            <a:ext cx="152400" cy="5143500"/>
          </a:xfrm>
          <a:prstGeom prst="rect">
            <a:avLst/>
          </a:prstGeom>
          <a:solidFill>
            <a:schemeClr val="accent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62" name="Google Shape;262;p63"/>
          <p:cNvSpPr/>
          <p:nvPr/>
        </p:nvSpPr>
        <p:spPr>
          <a:xfrm>
            <a:off x="152400" y="0"/>
            <a:ext cx="304800" cy="5143500"/>
          </a:xfrm>
          <a:prstGeom prst="rect">
            <a:avLst/>
          </a:prstGeom>
          <a:solidFill>
            <a:srgbClr val="54808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63" name="Google Shape;263;p63"/>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Image with caption">
  <p:cSld name="Image with caption 4">
    <p:spTree>
      <p:nvGrpSpPr>
        <p:cNvPr id="1" name="Shape 264"/>
        <p:cNvGrpSpPr/>
        <p:nvPr/>
      </p:nvGrpSpPr>
      <p:grpSpPr>
        <a:xfrm>
          <a:off x="0" y="0"/>
          <a:ext cx="0" cy="0"/>
          <a:chOff x="0" y="0"/>
          <a:chExt cx="0" cy="0"/>
        </a:xfrm>
      </p:grpSpPr>
      <p:cxnSp>
        <p:nvCxnSpPr>
          <p:cNvPr id="265" name="Google Shape;265;p6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266" name="Google Shape;266;p6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267" name="Google Shape;267;p64"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268" name="Google Shape;268;p64"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269" name="Google Shape;269;p64"/>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270" name="Google Shape;270;p64"/>
          <p:cNvSpPr txBox="1">
            <a:spLocks noGrp="1"/>
          </p:cNvSpPr>
          <p:nvPr>
            <p:ph type="body" idx="1"/>
          </p:nvPr>
        </p:nvSpPr>
        <p:spPr>
          <a:xfrm>
            <a:off x="950916" y="4049317"/>
            <a:ext cx="3535364" cy="1094183"/>
          </a:xfrm>
          <a:prstGeom prst="rect">
            <a:avLst/>
          </a:prstGeom>
          <a:noFill/>
          <a:ln>
            <a:noFill/>
          </a:ln>
        </p:spPr>
        <p:txBody>
          <a:bodyPr spcFirstLastPara="1" wrap="square" lIns="0" tIns="0" rIns="0" bIns="0" anchor="t" anchorCtr="0">
            <a:noAutofit/>
          </a:bodyPr>
          <a:lstStyle>
            <a:lvl1pPr marL="457200" lvl="0" indent="-228600" algn="l">
              <a:lnSpc>
                <a:spcPct val="102000"/>
              </a:lnSpc>
              <a:spcBef>
                <a:spcPts val="1400"/>
              </a:spcBef>
              <a:spcAft>
                <a:spcPts val="0"/>
              </a:spcAft>
              <a:buClr>
                <a:srgbClr val="333F48"/>
              </a:buClr>
              <a:buSzPts val="2400"/>
              <a:buFont typeface="Arial"/>
              <a:buNone/>
              <a:defRPr>
                <a:latin typeface="Arial"/>
                <a:ea typeface="Arial"/>
                <a:cs typeface="Arial"/>
                <a:sym typeface="Arial"/>
              </a:defRPr>
            </a:lvl1pPr>
            <a:lvl2pPr marL="914400" lvl="1" indent="-411480" algn="l">
              <a:lnSpc>
                <a:spcPct val="102000"/>
              </a:lnSpc>
              <a:spcBef>
                <a:spcPts val="1400"/>
              </a:spcBef>
              <a:spcAft>
                <a:spcPts val="0"/>
              </a:spcAft>
              <a:buClr>
                <a:srgbClr val="333F48"/>
              </a:buClr>
              <a:buSzPts val="2880"/>
              <a:buFont typeface="Arial"/>
              <a:buChar char="o"/>
              <a:defRPr>
                <a:latin typeface="Arial"/>
                <a:ea typeface="Arial"/>
                <a:cs typeface="Arial"/>
                <a:sym typeface="Arial"/>
              </a:defRPr>
            </a:lvl2pPr>
            <a:lvl3pPr marL="1371600" lvl="2" indent="-381000" algn="l">
              <a:lnSpc>
                <a:spcPct val="102000"/>
              </a:lnSpc>
              <a:spcBef>
                <a:spcPts val="1400"/>
              </a:spcBef>
              <a:spcAft>
                <a:spcPts val="0"/>
              </a:spcAft>
              <a:buClr>
                <a:srgbClr val="333F48"/>
              </a:buClr>
              <a:buSzPts val="2400"/>
              <a:buFont typeface="Arial"/>
              <a:buChar char="•"/>
              <a:defRPr>
                <a:latin typeface="Arial"/>
                <a:ea typeface="Arial"/>
                <a:cs typeface="Arial"/>
                <a:sym typeface="Arial"/>
              </a:defRPr>
            </a:lvl3pPr>
            <a:lvl4pPr marL="1828800" lvl="3" indent="-396240" algn="l">
              <a:lnSpc>
                <a:spcPct val="102000"/>
              </a:lnSpc>
              <a:spcBef>
                <a:spcPts val="1400"/>
              </a:spcBef>
              <a:spcAft>
                <a:spcPts val="0"/>
              </a:spcAft>
              <a:buClr>
                <a:srgbClr val="333F48"/>
              </a:buClr>
              <a:buSzPts val="2640"/>
              <a:buFont typeface="Arial"/>
              <a:buChar char="•"/>
              <a:defRPr>
                <a:latin typeface="Arial"/>
                <a:ea typeface="Arial"/>
                <a:cs typeface="Arial"/>
                <a:sym typeface="Arial"/>
              </a:defRPr>
            </a:lvl4pPr>
            <a:lvl5pPr marL="2286000" lvl="4" indent="-228600" algn="l">
              <a:lnSpc>
                <a:spcPct val="102000"/>
              </a:lnSpc>
              <a:spcBef>
                <a:spcPts val="1400"/>
              </a:spcBef>
              <a:spcAft>
                <a:spcPts val="0"/>
              </a:spcAft>
              <a:buClr>
                <a:srgbClr val="333F48"/>
              </a:buClr>
              <a:buSzPts val="2400"/>
              <a:buFont typeface="Arial"/>
              <a:buNone/>
              <a:defRPr>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271" name="Google Shape;271;p64"/>
          <p:cNvSpPr/>
          <p:nvPr/>
        </p:nvSpPr>
        <p:spPr>
          <a:xfrm>
            <a:off x="0" y="0"/>
            <a:ext cx="152400" cy="5143500"/>
          </a:xfrm>
          <a:prstGeom prst="rect">
            <a:avLst/>
          </a:prstGeom>
          <a:solidFill>
            <a:schemeClr val="accent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72" name="Google Shape;272;p64"/>
          <p:cNvSpPr/>
          <p:nvPr/>
        </p:nvSpPr>
        <p:spPr>
          <a:xfrm>
            <a:off x="152400" y="0"/>
            <a:ext cx="304800" cy="5143500"/>
          </a:xfrm>
          <a:prstGeom prst="rect">
            <a:avLst/>
          </a:prstGeom>
          <a:solidFill>
            <a:srgbClr val="54808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73" name="Google Shape;273;p64"/>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Title Only">
  <p:cSld name="Title Only 4">
    <p:spTree>
      <p:nvGrpSpPr>
        <p:cNvPr id="1" name="Shape 274"/>
        <p:cNvGrpSpPr/>
        <p:nvPr/>
      </p:nvGrpSpPr>
      <p:grpSpPr>
        <a:xfrm>
          <a:off x="0" y="0"/>
          <a:ext cx="0" cy="0"/>
          <a:chOff x="0" y="0"/>
          <a:chExt cx="0" cy="0"/>
        </a:xfrm>
      </p:grpSpPr>
      <p:cxnSp>
        <p:nvCxnSpPr>
          <p:cNvPr id="275" name="Google Shape;275;p65"/>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276" name="Google Shape;276;p65"/>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277" name="Google Shape;277;p65"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278" name="Google Shape;278;p65"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279" name="Google Shape;279;p65"/>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280" name="Google Shape;280;p65"/>
          <p:cNvSpPr/>
          <p:nvPr/>
        </p:nvSpPr>
        <p:spPr>
          <a:xfrm>
            <a:off x="0" y="0"/>
            <a:ext cx="152400" cy="5143500"/>
          </a:xfrm>
          <a:prstGeom prst="rect">
            <a:avLst/>
          </a:prstGeom>
          <a:solidFill>
            <a:schemeClr val="accent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81" name="Google Shape;281;p65"/>
          <p:cNvSpPr/>
          <p:nvPr/>
        </p:nvSpPr>
        <p:spPr>
          <a:xfrm>
            <a:off x="152400" y="0"/>
            <a:ext cx="304800" cy="5143500"/>
          </a:xfrm>
          <a:prstGeom prst="rect">
            <a:avLst/>
          </a:prstGeom>
          <a:solidFill>
            <a:srgbClr val="54808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82" name="Google Shape;282;p65"/>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Title Only - No Footer">
  <p:cSld name="Title Only - No Footer 3">
    <p:spTree>
      <p:nvGrpSpPr>
        <p:cNvPr id="1" name="Shape 283"/>
        <p:cNvGrpSpPr/>
        <p:nvPr/>
      </p:nvGrpSpPr>
      <p:grpSpPr>
        <a:xfrm>
          <a:off x="0" y="0"/>
          <a:ext cx="0" cy="0"/>
          <a:chOff x="0" y="0"/>
          <a:chExt cx="0" cy="0"/>
        </a:xfrm>
      </p:grpSpPr>
      <p:cxnSp>
        <p:nvCxnSpPr>
          <p:cNvPr id="284" name="Google Shape;284;p66"/>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285" name="Google Shape;285;p66"/>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286" name="Google Shape;286;p66"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287" name="Google Shape;287;p66"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288" name="Google Shape;288;p66"/>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89" name="Google Shape;289;p66"/>
          <p:cNvSpPr txBox="1">
            <a:spLocks noGrp="1"/>
          </p:cNvSpPr>
          <p:nvPr>
            <p:ph type="title"/>
          </p:nvPr>
        </p:nvSpPr>
        <p:spPr>
          <a:xfrm>
            <a:off x="941446" y="205978"/>
            <a:ext cx="7885057" cy="99417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290" name="Google Shape;290;p66"/>
          <p:cNvSpPr/>
          <p:nvPr/>
        </p:nvSpPr>
        <p:spPr>
          <a:xfrm>
            <a:off x="0" y="0"/>
            <a:ext cx="152400" cy="5143500"/>
          </a:xfrm>
          <a:prstGeom prst="rect">
            <a:avLst/>
          </a:prstGeom>
          <a:solidFill>
            <a:schemeClr val="accent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91" name="Google Shape;291;p66"/>
          <p:cNvSpPr/>
          <p:nvPr/>
        </p:nvSpPr>
        <p:spPr>
          <a:xfrm>
            <a:off x="152400" y="0"/>
            <a:ext cx="304800" cy="5143500"/>
          </a:xfrm>
          <a:prstGeom prst="rect">
            <a:avLst/>
          </a:prstGeom>
          <a:solidFill>
            <a:srgbClr val="54808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92" name="Google Shape;292;p66"/>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Image with bullets">
  <p:cSld name="Image with bullets 3">
    <p:spTree>
      <p:nvGrpSpPr>
        <p:cNvPr id="1" name="Shape 293"/>
        <p:cNvGrpSpPr/>
        <p:nvPr/>
      </p:nvGrpSpPr>
      <p:grpSpPr>
        <a:xfrm>
          <a:off x="0" y="0"/>
          <a:ext cx="0" cy="0"/>
          <a:chOff x="0" y="0"/>
          <a:chExt cx="0" cy="0"/>
        </a:xfrm>
      </p:grpSpPr>
      <p:cxnSp>
        <p:nvCxnSpPr>
          <p:cNvPr id="294" name="Google Shape;294;p67"/>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295" name="Google Shape;295;p67"/>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296" name="Google Shape;296;p67"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297" name="Google Shape;297;p67"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298" name="Google Shape;298;p67"/>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99" name="Google Shape;299;p67"/>
          <p:cNvSpPr txBox="1">
            <a:spLocks noGrp="1"/>
          </p:cNvSpPr>
          <p:nvPr>
            <p:ph type="body" idx="1"/>
          </p:nvPr>
        </p:nvSpPr>
        <p:spPr>
          <a:xfrm>
            <a:off x="5626100" y="685803"/>
            <a:ext cx="3200400" cy="3880247"/>
          </a:xfrm>
          <a:prstGeom prst="rect">
            <a:avLst/>
          </a:prstGeom>
          <a:noFill/>
          <a:ln>
            <a:noFill/>
          </a:ln>
        </p:spPr>
        <p:txBody>
          <a:bodyPr spcFirstLastPara="1" wrap="square" lIns="0" tIns="0" rIns="0" bIns="0" anchor="t" anchorCtr="0">
            <a:noAutofit/>
          </a:bodyPr>
          <a:lstStyle>
            <a:lvl1pPr marL="457200" lvl="0" indent="-342900" algn="l">
              <a:lnSpc>
                <a:spcPct val="102000"/>
              </a:lnSpc>
              <a:spcBef>
                <a:spcPts val="1400"/>
              </a:spcBef>
              <a:spcAft>
                <a:spcPts val="0"/>
              </a:spcAft>
              <a:buClr>
                <a:srgbClr val="333F48"/>
              </a:buClr>
              <a:buSzPts val="1800"/>
              <a:buChar char="•"/>
              <a:defRPr/>
            </a:lvl1pPr>
            <a:lvl2pPr marL="914400" lvl="1" indent="-342900" algn="l">
              <a:lnSpc>
                <a:spcPct val="102000"/>
              </a:lnSpc>
              <a:spcBef>
                <a:spcPts val="1400"/>
              </a:spcBef>
              <a:spcAft>
                <a:spcPts val="0"/>
              </a:spcAft>
              <a:buClr>
                <a:srgbClr val="333F48"/>
              </a:buClr>
              <a:buSzPts val="1800"/>
              <a:buChar char="•"/>
              <a:defRPr/>
            </a:lvl2pPr>
            <a:lvl3pPr marL="1371600" lvl="2" indent="-342900" algn="l">
              <a:lnSpc>
                <a:spcPct val="102000"/>
              </a:lnSpc>
              <a:spcBef>
                <a:spcPts val="1400"/>
              </a:spcBef>
              <a:spcAft>
                <a:spcPts val="0"/>
              </a:spcAft>
              <a:buClr>
                <a:srgbClr val="333F48"/>
              </a:buClr>
              <a:buSzPts val="1800"/>
              <a:buChar char="•"/>
              <a:defRPr/>
            </a:lvl3pPr>
            <a:lvl4pPr marL="1828800" lvl="3" indent="-342900" algn="l">
              <a:lnSpc>
                <a:spcPct val="102000"/>
              </a:lnSpc>
              <a:spcBef>
                <a:spcPts val="1400"/>
              </a:spcBef>
              <a:spcAft>
                <a:spcPts val="0"/>
              </a:spcAft>
              <a:buClr>
                <a:srgbClr val="333F48"/>
              </a:buClr>
              <a:buSzPts val="180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300" name="Google Shape;300;p67"/>
          <p:cNvSpPr/>
          <p:nvPr/>
        </p:nvSpPr>
        <p:spPr>
          <a:xfrm>
            <a:off x="0" y="0"/>
            <a:ext cx="152400" cy="5143500"/>
          </a:xfrm>
          <a:prstGeom prst="rect">
            <a:avLst/>
          </a:prstGeom>
          <a:solidFill>
            <a:schemeClr val="accent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01" name="Google Shape;301;p67"/>
          <p:cNvSpPr/>
          <p:nvPr/>
        </p:nvSpPr>
        <p:spPr>
          <a:xfrm>
            <a:off x="152400" y="0"/>
            <a:ext cx="304800" cy="5143500"/>
          </a:xfrm>
          <a:prstGeom prst="rect">
            <a:avLst/>
          </a:prstGeom>
          <a:solidFill>
            <a:srgbClr val="54808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02" name="Google Shape;302;p67"/>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Image - Large">
  <p:cSld name="Image - Large 3">
    <p:spTree>
      <p:nvGrpSpPr>
        <p:cNvPr id="1" name="Shape 303"/>
        <p:cNvGrpSpPr/>
        <p:nvPr/>
      </p:nvGrpSpPr>
      <p:grpSpPr>
        <a:xfrm>
          <a:off x="0" y="0"/>
          <a:ext cx="0" cy="0"/>
          <a:chOff x="0" y="0"/>
          <a:chExt cx="0" cy="0"/>
        </a:xfrm>
      </p:grpSpPr>
      <p:cxnSp>
        <p:nvCxnSpPr>
          <p:cNvPr id="304" name="Google Shape;304;p68"/>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305" name="Google Shape;305;p68"/>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306" name="Google Shape;306;p68"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307" name="Google Shape;307;p68"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308" name="Google Shape;308;p68"/>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09" name="Google Shape;309;p68"/>
          <p:cNvSpPr/>
          <p:nvPr/>
        </p:nvSpPr>
        <p:spPr>
          <a:xfrm>
            <a:off x="0" y="0"/>
            <a:ext cx="152400" cy="5143500"/>
          </a:xfrm>
          <a:prstGeom prst="rect">
            <a:avLst/>
          </a:prstGeom>
          <a:solidFill>
            <a:schemeClr val="accent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10" name="Google Shape;310;p68"/>
          <p:cNvSpPr/>
          <p:nvPr/>
        </p:nvSpPr>
        <p:spPr>
          <a:xfrm>
            <a:off x="152400" y="0"/>
            <a:ext cx="304800" cy="5143500"/>
          </a:xfrm>
          <a:prstGeom prst="rect">
            <a:avLst/>
          </a:prstGeom>
          <a:solidFill>
            <a:srgbClr val="54808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11" name="Google Shape;311;p68"/>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Divider">
  <p:cSld name="Divider 3">
    <p:spTree>
      <p:nvGrpSpPr>
        <p:cNvPr id="1" name="Shape 312"/>
        <p:cNvGrpSpPr/>
        <p:nvPr/>
      </p:nvGrpSpPr>
      <p:grpSpPr>
        <a:xfrm>
          <a:off x="0" y="0"/>
          <a:ext cx="0" cy="0"/>
          <a:chOff x="0" y="0"/>
          <a:chExt cx="0" cy="0"/>
        </a:xfrm>
      </p:grpSpPr>
      <p:cxnSp>
        <p:nvCxnSpPr>
          <p:cNvPr id="313" name="Google Shape;313;p69"/>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314" name="Google Shape;314;p69"/>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315" name="Google Shape;315;p69"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316" name="Google Shape;316;p69"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317" name="Google Shape;317;p69"/>
          <p:cNvSpPr/>
          <p:nvPr/>
        </p:nvSpPr>
        <p:spPr>
          <a:xfrm>
            <a:off x="-2" y="0"/>
            <a:ext cx="3652255"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18" name="Google Shape;318;p69"/>
          <p:cNvSpPr/>
          <p:nvPr/>
        </p:nvSpPr>
        <p:spPr>
          <a:xfrm>
            <a:off x="457199" y="0"/>
            <a:ext cx="3195054" cy="5143500"/>
          </a:xfrm>
          <a:prstGeom prst="rect">
            <a:avLst/>
          </a:prstGeom>
          <a:solidFill>
            <a:srgbClr val="54808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19" name="Google Shape;319;p69"/>
          <p:cNvSpPr/>
          <p:nvPr/>
        </p:nvSpPr>
        <p:spPr>
          <a:xfrm>
            <a:off x="3652256" y="0"/>
            <a:ext cx="5488575" cy="5143500"/>
          </a:xfrm>
          <a:prstGeom prst="rect">
            <a:avLst/>
          </a:prstGeom>
          <a:solidFill>
            <a:schemeClr val="accent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20" name="Google Shape;320;p69"/>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321" name="Google Shape;321;p69"/>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322" name="Google Shape;322;p69"/>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Divider with Image">
  <p:cSld name="Divider with Image 3">
    <p:spTree>
      <p:nvGrpSpPr>
        <p:cNvPr id="1" name="Shape 323"/>
        <p:cNvGrpSpPr/>
        <p:nvPr/>
      </p:nvGrpSpPr>
      <p:grpSpPr>
        <a:xfrm>
          <a:off x="0" y="0"/>
          <a:ext cx="0" cy="0"/>
          <a:chOff x="0" y="0"/>
          <a:chExt cx="0" cy="0"/>
        </a:xfrm>
      </p:grpSpPr>
      <p:cxnSp>
        <p:nvCxnSpPr>
          <p:cNvPr id="324" name="Google Shape;324;p70"/>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325" name="Google Shape;325;p70"/>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326" name="Google Shape;326;p70"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327" name="Google Shape;327;p70"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328" name="Google Shape;328;p70"/>
          <p:cNvSpPr/>
          <p:nvPr/>
        </p:nvSpPr>
        <p:spPr>
          <a:xfrm>
            <a:off x="-2" y="0"/>
            <a:ext cx="3652255"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29" name="Google Shape;329;p70"/>
          <p:cNvSpPr/>
          <p:nvPr/>
        </p:nvSpPr>
        <p:spPr>
          <a:xfrm>
            <a:off x="3657600" y="0"/>
            <a:ext cx="5486400" cy="5143500"/>
          </a:xfrm>
          <a:prstGeom prst="rect">
            <a:avLst/>
          </a:prstGeom>
          <a:solidFill>
            <a:schemeClr val="accent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30" name="Google Shape;330;p70"/>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331" name="Google Shape;331;p70"/>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332" name="Google Shape;332;p70"/>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Title">
  <p:cSld name="Title 4">
    <p:spTree>
      <p:nvGrpSpPr>
        <p:cNvPr id="1" name="Shape 333"/>
        <p:cNvGrpSpPr/>
        <p:nvPr/>
      </p:nvGrpSpPr>
      <p:grpSpPr>
        <a:xfrm>
          <a:off x="0" y="0"/>
          <a:ext cx="0" cy="0"/>
          <a:chOff x="0" y="0"/>
          <a:chExt cx="0" cy="0"/>
        </a:xfrm>
      </p:grpSpPr>
      <p:cxnSp>
        <p:nvCxnSpPr>
          <p:cNvPr id="334" name="Google Shape;334;p71"/>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335" name="Google Shape;335;p71"/>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336" name="Google Shape;336;p71"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337" name="Google Shape;337;p71"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pic>
        <p:nvPicPr>
          <p:cNvPr id="338" name="Google Shape;338;p71" descr="master_bg.png"/>
          <p:cNvPicPr preferRelativeResize="0"/>
          <p:nvPr/>
        </p:nvPicPr>
        <p:blipFill rotWithShape="1">
          <a:blip r:embed="rId4">
            <a:alphaModFix/>
          </a:blip>
          <a:srcRect/>
          <a:stretch/>
        </p:blipFill>
        <p:spPr>
          <a:xfrm>
            <a:off x="2260600" y="-19052"/>
            <a:ext cx="6883400" cy="5162553"/>
          </a:xfrm>
          <a:prstGeom prst="rect">
            <a:avLst/>
          </a:prstGeom>
          <a:noFill/>
          <a:ln>
            <a:noFill/>
          </a:ln>
        </p:spPr>
      </p:pic>
      <p:sp>
        <p:nvSpPr>
          <p:cNvPr id="339" name="Google Shape;339;p71"/>
          <p:cNvSpPr/>
          <p:nvPr/>
        </p:nvSpPr>
        <p:spPr>
          <a:xfrm>
            <a:off x="457199" y="0"/>
            <a:ext cx="5491750"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40" name="Google Shape;340;p71"/>
          <p:cNvSpPr txBox="1">
            <a:spLocks noGrp="1"/>
          </p:cNvSpPr>
          <p:nvPr>
            <p:ph type="title"/>
          </p:nvPr>
        </p:nvSpPr>
        <p:spPr>
          <a:xfrm>
            <a:off x="749808"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341" name="Google Shape;341;p71"/>
          <p:cNvSpPr txBox="1">
            <a:spLocks noGrp="1"/>
          </p:cNvSpPr>
          <p:nvPr>
            <p:ph type="body" idx="1"/>
          </p:nvPr>
        </p:nvSpPr>
        <p:spPr>
          <a:xfrm>
            <a:off x="749808"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342" name="Google Shape;342;p71"/>
          <p:cNvSpPr/>
          <p:nvPr/>
        </p:nvSpPr>
        <p:spPr>
          <a:xfrm>
            <a:off x="0" y="0"/>
            <a:ext cx="457200" cy="5143500"/>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43" name="Google Shape;343;p71"/>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Single Content">
  <p:cSld name="Single Content 4">
    <p:spTree>
      <p:nvGrpSpPr>
        <p:cNvPr id="1" name="Shape 344"/>
        <p:cNvGrpSpPr/>
        <p:nvPr/>
      </p:nvGrpSpPr>
      <p:grpSpPr>
        <a:xfrm>
          <a:off x="0" y="0"/>
          <a:ext cx="0" cy="0"/>
          <a:chOff x="0" y="0"/>
          <a:chExt cx="0" cy="0"/>
        </a:xfrm>
      </p:grpSpPr>
      <p:cxnSp>
        <p:nvCxnSpPr>
          <p:cNvPr id="345" name="Google Shape;345;p72"/>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346" name="Google Shape;346;p72"/>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347" name="Google Shape;347;p72"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348" name="Google Shape;348;p72"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349" name="Google Shape;349;p72"/>
          <p:cNvSpPr/>
          <p:nvPr/>
        </p:nvSpPr>
        <p:spPr>
          <a:xfrm>
            <a:off x="0" y="0"/>
            <a:ext cx="457200" cy="5143500"/>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50" name="Google Shape;350;p72"/>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351" name="Google Shape;351;p72"/>
          <p:cNvSpPr/>
          <p:nvPr/>
        </p:nvSpPr>
        <p:spPr>
          <a:xfrm>
            <a:off x="0" y="0"/>
            <a:ext cx="152400"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52" name="Google Shape;352;p72"/>
          <p:cNvSpPr txBox="1">
            <a:spLocks noGrp="1"/>
          </p:cNvSpPr>
          <p:nvPr>
            <p:ph type="body" idx="1"/>
          </p:nvPr>
        </p:nvSpPr>
        <p:spPr>
          <a:xfrm>
            <a:off x="941387" y="1200150"/>
            <a:ext cx="7885113" cy="3943350"/>
          </a:xfrm>
          <a:prstGeom prst="rect">
            <a:avLst/>
          </a:prstGeom>
          <a:noFill/>
          <a:ln>
            <a:noFill/>
          </a:ln>
        </p:spPr>
        <p:txBody>
          <a:bodyPr spcFirstLastPara="1" wrap="square" lIns="0" tIns="0" rIns="0" bIns="0" anchor="t" anchorCtr="0">
            <a:noAutofit/>
          </a:bodyPr>
          <a:lstStyle>
            <a:lvl1pPr marL="457200" lvl="0" indent="-354330" algn="l">
              <a:lnSpc>
                <a:spcPct val="102000"/>
              </a:lnSpc>
              <a:spcBef>
                <a:spcPts val="1400"/>
              </a:spcBef>
              <a:spcAft>
                <a:spcPts val="0"/>
              </a:spcAft>
              <a:buClr>
                <a:srgbClr val="333F48"/>
              </a:buClr>
              <a:buSzPts val="1980"/>
              <a:buChar char="•"/>
              <a:defRPr/>
            </a:lvl1pPr>
            <a:lvl2pPr marL="914400" lvl="1" indent="-365760" algn="l">
              <a:lnSpc>
                <a:spcPct val="102000"/>
              </a:lnSpc>
              <a:spcBef>
                <a:spcPts val="1400"/>
              </a:spcBef>
              <a:spcAft>
                <a:spcPts val="0"/>
              </a:spcAft>
              <a:buClr>
                <a:srgbClr val="333F48"/>
              </a:buClr>
              <a:buSzPts val="2160"/>
              <a:buChar char="o"/>
              <a:defRPr/>
            </a:lvl2pPr>
            <a:lvl3pPr marL="1371600" lvl="2" indent="-342900" algn="l">
              <a:lnSpc>
                <a:spcPct val="102000"/>
              </a:lnSpc>
              <a:spcBef>
                <a:spcPts val="1400"/>
              </a:spcBef>
              <a:spcAft>
                <a:spcPts val="0"/>
              </a:spcAft>
              <a:buClr>
                <a:srgbClr val="333F48"/>
              </a:buClr>
              <a:buSzPts val="1800"/>
              <a:buChar char="•"/>
              <a:defRPr/>
            </a:lvl3pPr>
            <a:lvl4pPr marL="1828800" lvl="3" indent="-354330" algn="l">
              <a:lnSpc>
                <a:spcPct val="102000"/>
              </a:lnSpc>
              <a:spcBef>
                <a:spcPts val="1400"/>
              </a:spcBef>
              <a:spcAft>
                <a:spcPts val="0"/>
              </a:spcAft>
              <a:buClr>
                <a:srgbClr val="333F48"/>
              </a:buClr>
              <a:buSzPts val="198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353" name="Google Shape;353;p72"/>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Two content">
  <p:cSld name="Two content 5">
    <p:spTree>
      <p:nvGrpSpPr>
        <p:cNvPr id="1" name="Shape 354"/>
        <p:cNvGrpSpPr/>
        <p:nvPr/>
      </p:nvGrpSpPr>
      <p:grpSpPr>
        <a:xfrm>
          <a:off x="0" y="0"/>
          <a:ext cx="0" cy="0"/>
          <a:chOff x="0" y="0"/>
          <a:chExt cx="0" cy="0"/>
        </a:xfrm>
      </p:grpSpPr>
      <p:cxnSp>
        <p:nvCxnSpPr>
          <p:cNvPr id="355" name="Google Shape;355;p7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356" name="Google Shape;356;p7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357" name="Google Shape;357;p73"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358" name="Google Shape;358;p73"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359" name="Google Shape;359;p73"/>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360" name="Google Shape;360;p73"/>
          <p:cNvSpPr txBox="1">
            <a:spLocks noGrp="1"/>
          </p:cNvSpPr>
          <p:nvPr>
            <p:ph type="body" idx="1"/>
          </p:nvPr>
        </p:nvSpPr>
        <p:spPr>
          <a:xfrm>
            <a:off x="941443" y="1200150"/>
            <a:ext cx="3818297" cy="3943351"/>
          </a:xfrm>
          <a:prstGeom prst="rect">
            <a:avLst/>
          </a:prstGeom>
          <a:noFill/>
          <a:ln>
            <a:noFill/>
          </a:ln>
        </p:spPr>
        <p:txBody>
          <a:bodyPr spcFirstLastPara="1" wrap="square" lIns="0" tIns="0" rIns="0" bIns="0" anchor="t" anchorCtr="0">
            <a:noAutofit/>
          </a:bodyPr>
          <a:lstStyle>
            <a:lvl1pPr marL="457200" lvl="0" indent="-354330" algn="l">
              <a:lnSpc>
                <a:spcPct val="102000"/>
              </a:lnSpc>
              <a:spcBef>
                <a:spcPts val="1400"/>
              </a:spcBef>
              <a:spcAft>
                <a:spcPts val="0"/>
              </a:spcAft>
              <a:buClr>
                <a:srgbClr val="333F48"/>
              </a:buClr>
              <a:buSzPts val="1980"/>
              <a:buChar char="•"/>
              <a:defRPr/>
            </a:lvl1pPr>
            <a:lvl2pPr marL="914400" lvl="1" indent="-365760" algn="l">
              <a:lnSpc>
                <a:spcPct val="102000"/>
              </a:lnSpc>
              <a:spcBef>
                <a:spcPts val="1400"/>
              </a:spcBef>
              <a:spcAft>
                <a:spcPts val="0"/>
              </a:spcAft>
              <a:buClr>
                <a:srgbClr val="333F48"/>
              </a:buClr>
              <a:buSzPts val="2160"/>
              <a:buChar char="o"/>
              <a:defRPr/>
            </a:lvl2pPr>
            <a:lvl3pPr marL="1371600" lvl="2" indent="-342900" algn="l">
              <a:lnSpc>
                <a:spcPct val="102000"/>
              </a:lnSpc>
              <a:spcBef>
                <a:spcPts val="1400"/>
              </a:spcBef>
              <a:spcAft>
                <a:spcPts val="0"/>
              </a:spcAft>
              <a:buClr>
                <a:srgbClr val="333F48"/>
              </a:buClr>
              <a:buSzPts val="1800"/>
              <a:buChar char="•"/>
              <a:defRPr/>
            </a:lvl3pPr>
            <a:lvl4pPr marL="1828800" lvl="3" indent="-354330" algn="l">
              <a:lnSpc>
                <a:spcPct val="102000"/>
              </a:lnSpc>
              <a:spcBef>
                <a:spcPts val="1400"/>
              </a:spcBef>
              <a:spcAft>
                <a:spcPts val="0"/>
              </a:spcAft>
              <a:buClr>
                <a:srgbClr val="333F48"/>
              </a:buClr>
              <a:buSzPts val="198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361" name="Google Shape;361;p73"/>
          <p:cNvSpPr/>
          <p:nvPr/>
        </p:nvSpPr>
        <p:spPr>
          <a:xfrm>
            <a:off x="0" y="0"/>
            <a:ext cx="457200" cy="5143500"/>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62" name="Google Shape;362;p73"/>
          <p:cNvSpPr/>
          <p:nvPr/>
        </p:nvSpPr>
        <p:spPr>
          <a:xfrm>
            <a:off x="0" y="0"/>
            <a:ext cx="152400"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63" name="Google Shape;363;p73"/>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Image with caption">
  <p:cSld name="Image with caption 5">
    <p:spTree>
      <p:nvGrpSpPr>
        <p:cNvPr id="1" name="Shape 364"/>
        <p:cNvGrpSpPr/>
        <p:nvPr/>
      </p:nvGrpSpPr>
      <p:grpSpPr>
        <a:xfrm>
          <a:off x="0" y="0"/>
          <a:ext cx="0" cy="0"/>
          <a:chOff x="0" y="0"/>
          <a:chExt cx="0" cy="0"/>
        </a:xfrm>
      </p:grpSpPr>
      <p:cxnSp>
        <p:nvCxnSpPr>
          <p:cNvPr id="365" name="Google Shape;365;p7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366" name="Google Shape;366;p7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367" name="Google Shape;367;p74"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368" name="Google Shape;368;p74"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369" name="Google Shape;369;p74"/>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370" name="Google Shape;370;p74"/>
          <p:cNvSpPr txBox="1">
            <a:spLocks noGrp="1"/>
          </p:cNvSpPr>
          <p:nvPr>
            <p:ph type="body" idx="1"/>
          </p:nvPr>
        </p:nvSpPr>
        <p:spPr>
          <a:xfrm>
            <a:off x="950916" y="4049317"/>
            <a:ext cx="3535364" cy="1094183"/>
          </a:xfrm>
          <a:prstGeom prst="rect">
            <a:avLst/>
          </a:prstGeom>
          <a:noFill/>
          <a:ln>
            <a:noFill/>
          </a:ln>
        </p:spPr>
        <p:txBody>
          <a:bodyPr spcFirstLastPara="1" wrap="square" lIns="0" tIns="0" rIns="0" bIns="0" anchor="t" anchorCtr="0">
            <a:noAutofit/>
          </a:bodyPr>
          <a:lstStyle>
            <a:lvl1pPr marL="457200" lvl="0" indent="-228600" algn="l">
              <a:lnSpc>
                <a:spcPct val="102000"/>
              </a:lnSpc>
              <a:spcBef>
                <a:spcPts val="1400"/>
              </a:spcBef>
              <a:spcAft>
                <a:spcPts val="0"/>
              </a:spcAft>
              <a:buClr>
                <a:srgbClr val="333F48"/>
              </a:buClr>
              <a:buSzPts val="2400"/>
              <a:buFont typeface="Arial"/>
              <a:buNone/>
              <a:defRPr>
                <a:latin typeface="Arial"/>
                <a:ea typeface="Arial"/>
                <a:cs typeface="Arial"/>
                <a:sym typeface="Arial"/>
              </a:defRPr>
            </a:lvl1pPr>
            <a:lvl2pPr marL="914400" lvl="1" indent="-411480" algn="l">
              <a:lnSpc>
                <a:spcPct val="102000"/>
              </a:lnSpc>
              <a:spcBef>
                <a:spcPts val="1400"/>
              </a:spcBef>
              <a:spcAft>
                <a:spcPts val="0"/>
              </a:spcAft>
              <a:buClr>
                <a:srgbClr val="333F48"/>
              </a:buClr>
              <a:buSzPts val="2880"/>
              <a:buFont typeface="Arial"/>
              <a:buChar char="o"/>
              <a:defRPr>
                <a:latin typeface="Arial"/>
                <a:ea typeface="Arial"/>
                <a:cs typeface="Arial"/>
                <a:sym typeface="Arial"/>
              </a:defRPr>
            </a:lvl2pPr>
            <a:lvl3pPr marL="1371600" lvl="2" indent="-381000" algn="l">
              <a:lnSpc>
                <a:spcPct val="102000"/>
              </a:lnSpc>
              <a:spcBef>
                <a:spcPts val="1400"/>
              </a:spcBef>
              <a:spcAft>
                <a:spcPts val="0"/>
              </a:spcAft>
              <a:buClr>
                <a:srgbClr val="333F48"/>
              </a:buClr>
              <a:buSzPts val="2400"/>
              <a:buFont typeface="Arial"/>
              <a:buChar char="•"/>
              <a:defRPr>
                <a:latin typeface="Arial"/>
                <a:ea typeface="Arial"/>
                <a:cs typeface="Arial"/>
                <a:sym typeface="Arial"/>
              </a:defRPr>
            </a:lvl3pPr>
            <a:lvl4pPr marL="1828800" lvl="3" indent="-396240" algn="l">
              <a:lnSpc>
                <a:spcPct val="102000"/>
              </a:lnSpc>
              <a:spcBef>
                <a:spcPts val="1400"/>
              </a:spcBef>
              <a:spcAft>
                <a:spcPts val="0"/>
              </a:spcAft>
              <a:buClr>
                <a:srgbClr val="333F48"/>
              </a:buClr>
              <a:buSzPts val="2640"/>
              <a:buFont typeface="Arial"/>
              <a:buChar char="•"/>
              <a:defRPr>
                <a:latin typeface="Arial"/>
                <a:ea typeface="Arial"/>
                <a:cs typeface="Arial"/>
                <a:sym typeface="Arial"/>
              </a:defRPr>
            </a:lvl4pPr>
            <a:lvl5pPr marL="2286000" lvl="4" indent="-228600" algn="l">
              <a:lnSpc>
                <a:spcPct val="102000"/>
              </a:lnSpc>
              <a:spcBef>
                <a:spcPts val="1400"/>
              </a:spcBef>
              <a:spcAft>
                <a:spcPts val="0"/>
              </a:spcAft>
              <a:buClr>
                <a:srgbClr val="333F48"/>
              </a:buClr>
              <a:buSzPts val="2400"/>
              <a:buFont typeface="Arial"/>
              <a:buNone/>
              <a:defRPr>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371" name="Google Shape;371;p74"/>
          <p:cNvSpPr/>
          <p:nvPr/>
        </p:nvSpPr>
        <p:spPr>
          <a:xfrm>
            <a:off x="0" y="0"/>
            <a:ext cx="457200" cy="5143500"/>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72" name="Google Shape;372;p74"/>
          <p:cNvSpPr/>
          <p:nvPr/>
        </p:nvSpPr>
        <p:spPr>
          <a:xfrm>
            <a:off x="0" y="0"/>
            <a:ext cx="152400"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73" name="Google Shape;373;p74"/>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Title Only">
  <p:cSld name="Title Only 5">
    <p:spTree>
      <p:nvGrpSpPr>
        <p:cNvPr id="1" name="Shape 374"/>
        <p:cNvGrpSpPr/>
        <p:nvPr/>
      </p:nvGrpSpPr>
      <p:grpSpPr>
        <a:xfrm>
          <a:off x="0" y="0"/>
          <a:ext cx="0" cy="0"/>
          <a:chOff x="0" y="0"/>
          <a:chExt cx="0" cy="0"/>
        </a:xfrm>
      </p:grpSpPr>
      <p:cxnSp>
        <p:nvCxnSpPr>
          <p:cNvPr id="375" name="Google Shape;375;p75"/>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376" name="Google Shape;376;p75"/>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377" name="Google Shape;377;p75"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378" name="Google Shape;378;p75"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379" name="Google Shape;379;p75"/>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380" name="Google Shape;380;p75"/>
          <p:cNvSpPr/>
          <p:nvPr/>
        </p:nvSpPr>
        <p:spPr>
          <a:xfrm>
            <a:off x="0" y="0"/>
            <a:ext cx="457200" cy="5143500"/>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81" name="Google Shape;381;p75"/>
          <p:cNvSpPr/>
          <p:nvPr/>
        </p:nvSpPr>
        <p:spPr>
          <a:xfrm>
            <a:off x="0" y="0"/>
            <a:ext cx="152400"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82" name="Google Shape;382;p75"/>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Title Only - No Footer">
  <p:cSld name="Title Only - No Footer 4">
    <p:spTree>
      <p:nvGrpSpPr>
        <p:cNvPr id="1" name="Shape 383"/>
        <p:cNvGrpSpPr/>
        <p:nvPr/>
      </p:nvGrpSpPr>
      <p:grpSpPr>
        <a:xfrm>
          <a:off x="0" y="0"/>
          <a:ext cx="0" cy="0"/>
          <a:chOff x="0" y="0"/>
          <a:chExt cx="0" cy="0"/>
        </a:xfrm>
      </p:grpSpPr>
      <p:cxnSp>
        <p:nvCxnSpPr>
          <p:cNvPr id="384" name="Google Shape;384;p76"/>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385" name="Google Shape;385;p76"/>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386" name="Google Shape;386;p76"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387" name="Google Shape;387;p76"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388" name="Google Shape;388;p76"/>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89" name="Google Shape;389;p76"/>
          <p:cNvSpPr txBox="1">
            <a:spLocks noGrp="1"/>
          </p:cNvSpPr>
          <p:nvPr>
            <p:ph type="title"/>
          </p:nvPr>
        </p:nvSpPr>
        <p:spPr>
          <a:xfrm>
            <a:off x="941446" y="205978"/>
            <a:ext cx="7885057" cy="99417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390" name="Google Shape;390;p76"/>
          <p:cNvSpPr/>
          <p:nvPr/>
        </p:nvSpPr>
        <p:spPr>
          <a:xfrm>
            <a:off x="0" y="0"/>
            <a:ext cx="457200" cy="5143500"/>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91" name="Google Shape;391;p76"/>
          <p:cNvSpPr/>
          <p:nvPr/>
        </p:nvSpPr>
        <p:spPr>
          <a:xfrm>
            <a:off x="0" y="0"/>
            <a:ext cx="152400"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92" name="Google Shape;392;p76"/>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Image with bullets">
  <p:cSld name="Image with bullets 4">
    <p:spTree>
      <p:nvGrpSpPr>
        <p:cNvPr id="1" name="Shape 393"/>
        <p:cNvGrpSpPr/>
        <p:nvPr/>
      </p:nvGrpSpPr>
      <p:grpSpPr>
        <a:xfrm>
          <a:off x="0" y="0"/>
          <a:ext cx="0" cy="0"/>
          <a:chOff x="0" y="0"/>
          <a:chExt cx="0" cy="0"/>
        </a:xfrm>
      </p:grpSpPr>
      <p:cxnSp>
        <p:nvCxnSpPr>
          <p:cNvPr id="394" name="Google Shape;394;p77"/>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395" name="Google Shape;395;p77"/>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396" name="Google Shape;396;p77"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397" name="Google Shape;397;p77"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398" name="Google Shape;398;p77"/>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99" name="Google Shape;399;p77"/>
          <p:cNvSpPr txBox="1">
            <a:spLocks noGrp="1"/>
          </p:cNvSpPr>
          <p:nvPr>
            <p:ph type="body" idx="1"/>
          </p:nvPr>
        </p:nvSpPr>
        <p:spPr>
          <a:xfrm>
            <a:off x="5626100" y="685803"/>
            <a:ext cx="3200400" cy="3880247"/>
          </a:xfrm>
          <a:prstGeom prst="rect">
            <a:avLst/>
          </a:prstGeom>
          <a:noFill/>
          <a:ln>
            <a:noFill/>
          </a:ln>
        </p:spPr>
        <p:txBody>
          <a:bodyPr spcFirstLastPara="1" wrap="square" lIns="0" tIns="0" rIns="0" bIns="0" anchor="t" anchorCtr="0">
            <a:noAutofit/>
          </a:bodyPr>
          <a:lstStyle>
            <a:lvl1pPr marL="457200" lvl="0" indent="-342900" algn="l">
              <a:lnSpc>
                <a:spcPct val="102000"/>
              </a:lnSpc>
              <a:spcBef>
                <a:spcPts val="1400"/>
              </a:spcBef>
              <a:spcAft>
                <a:spcPts val="0"/>
              </a:spcAft>
              <a:buClr>
                <a:srgbClr val="333F48"/>
              </a:buClr>
              <a:buSzPts val="1800"/>
              <a:buChar char="•"/>
              <a:defRPr/>
            </a:lvl1pPr>
            <a:lvl2pPr marL="914400" lvl="1" indent="-342900" algn="l">
              <a:lnSpc>
                <a:spcPct val="102000"/>
              </a:lnSpc>
              <a:spcBef>
                <a:spcPts val="1400"/>
              </a:spcBef>
              <a:spcAft>
                <a:spcPts val="0"/>
              </a:spcAft>
              <a:buClr>
                <a:srgbClr val="333F48"/>
              </a:buClr>
              <a:buSzPts val="1800"/>
              <a:buChar char="•"/>
              <a:defRPr/>
            </a:lvl2pPr>
            <a:lvl3pPr marL="1371600" lvl="2" indent="-342900" algn="l">
              <a:lnSpc>
                <a:spcPct val="102000"/>
              </a:lnSpc>
              <a:spcBef>
                <a:spcPts val="1400"/>
              </a:spcBef>
              <a:spcAft>
                <a:spcPts val="0"/>
              </a:spcAft>
              <a:buClr>
                <a:srgbClr val="333F48"/>
              </a:buClr>
              <a:buSzPts val="1800"/>
              <a:buChar char="•"/>
              <a:defRPr/>
            </a:lvl3pPr>
            <a:lvl4pPr marL="1828800" lvl="3" indent="-342900" algn="l">
              <a:lnSpc>
                <a:spcPct val="102000"/>
              </a:lnSpc>
              <a:spcBef>
                <a:spcPts val="1400"/>
              </a:spcBef>
              <a:spcAft>
                <a:spcPts val="0"/>
              </a:spcAft>
              <a:buClr>
                <a:srgbClr val="333F48"/>
              </a:buClr>
              <a:buSzPts val="180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400" name="Google Shape;400;p77"/>
          <p:cNvSpPr/>
          <p:nvPr/>
        </p:nvSpPr>
        <p:spPr>
          <a:xfrm>
            <a:off x="0" y="0"/>
            <a:ext cx="457200" cy="5143500"/>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01" name="Google Shape;401;p77"/>
          <p:cNvSpPr/>
          <p:nvPr/>
        </p:nvSpPr>
        <p:spPr>
          <a:xfrm>
            <a:off x="0" y="0"/>
            <a:ext cx="152400"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02" name="Google Shape;402;p77"/>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Image - Large">
  <p:cSld name="Image - Large 4">
    <p:spTree>
      <p:nvGrpSpPr>
        <p:cNvPr id="1" name="Shape 403"/>
        <p:cNvGrpSpPr/>
        <p:nvPr/>
      </p:nvGrpSpPr>
      <p:grpSpPr>
        <a:xfrm>
          <a:off x="0" y="0"/>
          <a:ext cx="0" cy="0"/>
          <a:chOff x="0" y="0"/>
          <a:chExt cx="0" cy="0"/>
        </a:xfrm>
      </p:grpSpPr>
      <p:cxnSp>
        <p:nvCxnSpPr>
          <p:cNvPr id="404" name="Google Shape;404;p78"/>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405" name="Google Shape;405;p78"/>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406" name="Google Shape;406;p78"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407" name="Google Shape;407;p78"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408" name="Google Shape;408;p78"/>
          <p:cNvSpPr/>
          <p:nvPr/>
        </p:nvSpPr>
        <p:spPr>
          <a:xfrm>
            <a:off x="0" y="0"/>
            <a:ext cx="457200" cy="5143500"/>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09" name="Google Shape;409;p78"/>
          <p:cNvSpPr/>
          <p:nvPr/>
        </p:nvSpPr>
        <p:spPr>
          <a:xfrm>
            <a:off x="0" y="0"/>
            <a:ext cx="152400"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10" name="Google Shape;410;p78"/>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Divider">
  <p:cSld name="Divider 4">
    <p:spTree>
      <p:nvGrpSpPr>
        <p:cNvPr id="1" name="Shape 411"/>
        <p:cNvGrpSpPr/>
        <p:nvPr/>
      </p:nvGrpSpPr>
      <p:grpSpPr>
        <a:xfrm>
          <a:off x="0" y="0"/>
          <a:ext cx="0" cy="0"/>
          <a:chOff x="0" y="0"/>
          <a:chExt cx="0" cy="0"/>
        </a:xfrm>
      </p:grpSpPr>
      <p:cxnSp>
        <p:nvCxnSpPr>
          <p:cNvPr id="412" name="Google Shape;412;p79"/>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413" name="Google Shape;413;p79"/>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414" name="Google Shape;414;p79"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415" name="Google Shape;415;p79"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416" name="Google Shape;416;p79"/>
          <p:cNvSpPr/>
          <p:nvPr/>
        </p:nvSpPr>
        <p:spPr>
          <a:xfrm>
            <a:off x="-2" y="0"/>
            <a:ext cx="3652255"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17" name="Google Shape;417;p79"/>
          <p:cNvSpPr/>
          <p:nvPr/>
        </p:nvSpPr>
        <p:spPr>
          <a:xfrm>
            <a:off x="457204" y="0"/>
            <a:ext cx="3271157" cy="5143500"/>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18" name="Google Shape;418;p79"/>
          <p:cNvSpPr/>
          <p:nvPr/>
        </p:nvSpPr>
        <p:spPr>
          <a:xfrm>
            <a:off x="3652256" y="0"/>
            <a:ext cx="5488575"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19" name="Google Shape;419;p79"/>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420" name="Google Shape;420;p79"/>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421" name="Google Shape;421;p79"/>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Divider with Image">
  <p:cSld name="Divider with Image 4">
    <p:spTree>
      <p:nvGrpSpPr>
        <p:cNvPr id="1" name="Shape 422"/>
        <p:cNvGrpSpPr/>
        <p:nvPr/>
      </p:nvGrpSpPr>
      <p:grpSpPr>
        <a:xfrm>
          <a:off x="0" y="0"/>
          <a:ext cx="0" cy="0"/>
          <a:chOff x="0" y="0"/>
          <a:chExt cx="0" cy="0"/>
        </a:xfrm>
      </p:grpSpPr>
      <p:cxnSp>
        <p:nvCxnSpPr>
          <p:cNvPr id="423" name="Google Shape;423;p80"/>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424" name="Google Shape;424;p80"/>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425" name="Google Shape;425;p80"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426" name="Google Shape;426;p80"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427" name="Google Shape;427;p80"/>
          <p:cNvSpPr/>
          <p:nvPr/>
        </p:nvSpPr>
        <p:spPr>
          <a:xfrm>
            <a:off x="-2" y="0"/>
            <a:ext cx="3652255"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28" name="Google Shape;428;p80"/>
          <p:cNvSpPr/>
          <p:nvPr/>
        </p:nvSpPr>
        <p:spPr>
          <a:xfrm>
            <a:off x="3657600" y="0"/>
            <a:ext cx="5486400"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29" name="Google Shape;429;p80"/>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430" name="Google Shape;430;p80"/>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431" name="Google Shape;431;p80"/>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Title">
  <p:cSld name="Title 5">
    <p:spTree>
      <p:nvGrpSpPr>
        <p:cNvPr id="1" name="Shape 432"/>
        <p:cNvGrpSpPr/>
        <p:nvPr/>
      </p:nvGrpSpPr>
      <p:grpSpPr>
        <a:xfrm>
          <a:off x="0" y="0"/>
          <a:ext cx="0" cy="0"/>
          <a:chOff x="0" y="0"/>
          <a:chExt cx="0" cy="0"/>
        </a:xfrm>
      </p:grpSpPr>
      <p:cxnSp>
        <p:nvCxnSpPr>
          <p:cNvPr id="433" name="Google Shape;433;p81"/>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434" name="Google Shape;434;p81"/>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435" name="Google Shape;435;p81"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436" name="Google Shape;436;p81"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pic>
        <p:nvPicPr>
          <p:cNvPr id="437" name="Google Shape;437;p81" descr="master_bg.png"/>
          <p:cNvPicPr preferRelativeResize="0"/>
          <p:nvPr/>
        </p:nvPicPr>
        <p:blipFill rotWithShape="1">
          <a:blip r:embed="rId4">
            <a:alphaModFix/>
          </a:blip>
          <a:srcRect/>
          <a:stretch/>
        </p:blipFill>
        <p:spPr>
          <a:xfrm>
            <a:off x="2260600" y="-19052"/>
            <a:ext cx="6883400" cy="5162553"/>
          </a:xfrm>
          <a:prstGeom prst="rect">
            <a:avLst/>
          </a:prstGeom>
          <a:noFill/>
          <a:ln>
            <a:noFill/>
          </a:ln>
        </p:spPr>
      </p:pic>
      <p:sp>
        <p:nvSpPr>
          <p:cNvPr id="438" name="Google Shape;438;p81"/>
          <p:cNvSpPr/>
          <p:nvPr/>
        </p:nvSpPr>
        <p:spPr>
          <a:xfrm>
            <a:off x="457199" y="0"/>
            <a:ext cx="5491750" cy="5143500"/>
          </a:xfrm>
          <a:prstGeom prst="rect">
            <a:avLst/>
          </a:prstGeom>
          <a:solidFill>
            <a:schemeClr val="accent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39" name="Google Shape;439;p81"/>
          <p:cNvSpPr txBox="1">
            <a:spLocks noGrp="1"/>
          </p:cNvSpPr>
          <p:nvPr>
            <p:ph type="title"/>
          </p:nvPr>
        </p:nvSpPr>
        <p:spPr>
          <a:xfrm>
            <a:off x="749808"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4000"/>
              <a:buFont typeface="Arial"/>
              <a:buNone/>
              <a:defRPr sz="4000"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440" name="Google Shape;440;p81"/>
          <p:cNvSpPr txBox="1">
            <a:spLocks noGrp="1"/>
          </p:cNvSpPr>
          <p:nvPr>
            <p:ph type="body" idx="1"/>
          </p:nvPr>
        </p:nvSpPr>
        <p:spPr>
          <a:xfrm>
            <a:off x="749808"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441" name="Google Shape;441;p81"/>
          <p:cNvSpPr/>
          <p:nvPr/>
        </p:nvSpPr>
        <p:spPr>
          <a:xfrm>
            <a:off x="0" y="0"/>
            <a:ext cx="457200" cy="5143500"/>
          </a:xfrm>
          <a:prstGeom prst="rect">
            <a:avLst/>
          </a:prstGeom>
          <a:solidFill>
            <a:srgbClr val="AE598B"/>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42" name="Google Shape;442;p81"/>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Text">
  <p:cSld name="Text">
    <p:spTree>
      <p:nvGrpSpPr>
        <p:cNvPr id="1" name="Shape 443"/>
        <p:cNvGrpSpPr/>
        <p:nvPr/>
      </p:nvGrpSpPr>
      <p:grpSpPr>
        <a:xfrm>
          <a:off x="0" y="0"/>
          <a:ext cx="0" cy="0"/>
          <a:chOff x="0" y="0"/>
          <a:chExt cx="0" cy="0"/>
        </a:xfrm>
      </p:grpSpPr>
      <p:cxnSp>
        <p:nvCxnSpPr>
          <p:cNvPr id="444" name="Google Shape;444;p82"/>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445" name="Google Shape;445;p82"/>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446" name="Google Shape;446;p82"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447" name="Google Shape;447;p82"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448" name="Google Shape;448;p82"/>
          <p:cNvSpPr/>
          <p:nvPr/>
        </p:nvSpPr>
        <p:spPr>
          <a:xfrm>
            <a:off x="0" y="0"/>
            <a:ext cx="457200" cy="5143500"/>
          </a:xfrm>
          <a:prstGeom prst="rect">
            <a:avLst/>
          </a:prstGeom>
          <a:solidFill>
            <a:srgbClr val="AE598B"/>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49" name="Google Shape;449;p82"/>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2"/>
              </a:buClr>
              <a:buSzPts val="3600"/>
              <a:buFont typeface="Arial"/>
              <a:buNone/>
              <a:defRPr b="1">
                <a:solidFill>
                  <a:schemeClr val="accent2"/>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450" name="Google Shape;450;p82"/>
          <p:cNvSpPr/>
          <p:nvPr/>
        </p:nvSpPr>
        <p:spPr>
          <a:xfrm>
            <a:off x="0" y="0"/>
            <a:ext cx="152400" cy="5143500"/>
          </a:xfrm>
          <a:prstGeom prst="rect">
            <a:avLst/>
          </a:prstGeom>
          <a:solidFill>
            <a:schemeClr val="accent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51" name="Google Shape;451;p82"/>
          <p:cNvSpPr txBox="1">
            <a:spLocks noGrp="1"/>
          </p:cNvSpPr>
          <p:nvPr>
            <p:ph type="body" idx="1"/>
          </p:nvPr>
        </p:nvSpPr>
        <p:spPr>
          <a:xfrm>
            <a:off x="941387" y="1200150"/>
            <a:ext cx="7885113" cy="3943350"/>
          </a:xfrm>
          <a:prstGeom prst="rect">
            <a:avLst/>
          </a:prstGeom>
          <a:noFill/>
          <a:ln>
            <a:noFill/>
          </a:ln>
        </p:spPr>
        <p:txBody>
          <a:bodyPr spcFirstLastPara="1" wrap="square" lIns="0" tIns="0" rIns="0" bIns="0" anchor="t" anchorCtr="0">
            <a:noAutofit/>
          </a:bodyPr>
          <a:lstStyle>
            <a:lvl1pPr marL="457200" lvl="0" indent="-354330" algn="l">
              <a:lnSpc>
                <a:spcPct val="102000"/>
              </a:lnSpc>
              <a:spcBef>
                <a:spcPts val="1400"/>
              </a:spcBef>
              <a:spcAft>
                <a:spcPts val="0"/>
              </a:spcAft>
              <a:buClr>
                <a:srgbClr val="333F48"/>
              </a:buClr>
              <a:buSzPts val="1980"/>
              <a:buChar char="•"/>
              <a:defRPr/>
            </a:lvl1pPr>
            <a:lvl2pPr marL="914400" lvl="1" indent="-365760" algn="l">
              <a:lnSpc>
                <a:spcPct val="102000"/>
              </a:lnSpc>
              <a:spcBef>
                <a:spcPts val="1400"/>
              </a:spcBef>
              <a:spcAft>
                <a:spcPts val="0"/>
              </a:spcAft>
              <a:buClr>
                <a:srgbClr val="333F48"/>
              </a:buClr>
              <a:buSzPts val="2160"/>
              <a:buChar char="o"/>
              <a:defRPr/>
            </a:lvl2pPr>
            <a:lvl3pPr marL="1371600" lvl="2" indent="-342900" algn="l">
              <a:lnSpc>
                <a:spcPct val="102000"/>
              </a:lnSpc>
              <a:spcBef>
                <a:spcPts val="1400"/>
              </a:spcBef>
              <a:spcAft>
                <a:spcPts val="0"/>
              </a:spcAft>
              <a:buClr>
                <a:srgbClr val="333F48"/>
              </a:buClr>
              <a:buSzPts val="1800"/>
              <a:buChar char="•"/>
              <a:defRPr/>
            </a:lvl3pPr>
            <a:lvl4pPr marL="1828800" lvl="3" indent="-354330" algn="l">
              <a:lnSpc>
                <a:spcPct val="102000"/>
              </a:lnSpc>
              <a:spcBef>
                <a:spcPts val="1400"/>
              </a:spcBef>
              <a:spcAft>
                <a:spcPts val="0"/>
              </a:spcAft>
              <a:buClr>
                <a:srgbClr val="333F48"/>
              </a:buClr>
              <a:buSzPts val="198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452" name="Google Shape;452;p82"/>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Two content">
  <p:cSld name="Two content 6">
    <p:spTree>
      <p:nvGrpSpPr>
        <p:cNvPr id="1" name="Shape 453"/>
        <p:cNvGrpSpPr/>
        <p:nvPr/>
      </p:nvGrpSpPr>
      <p:grpSpPr>
        <a:xfrm>
          <a:off x="0" y="0"/>
          <a:ext cx="0" cy="0"/>
          <a:chOff x="0" y="0"/>
          <a:chExt cx="0" cy="0"/>
        </a:xfrm>
      </p:grpSpPr>
      <p:cxnSp>
        <p:nvCxnSpPr>
          <p:cNvPr id="454" name="Google Shape;454;p8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455" name="Google Shape;455;p8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456" name="Google Shape;456;p83"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457" name="Google Shape;457;p83"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458" name="Google Shape;458;p83"/>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2"/>
              </a:buClr>
              <a:buSzPts val="3600"/>
              <a:buFont typeface="Arial"/>
              <a:buNone/>
              <a:defRPr b="1">
                <a:solidFill>
                  <a:schemeClr val="accent2"/>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459" name="Google Shape;459;p83"/>
          <p:cNvSpPr txBox="1">
            <a:spLocks noGrp="1"/>
          </p:cNvSpPr>
          <p:nvPr>
            <p:ph type="body" idx="1"/>
          </p:nvPr>
        </p:nvSpPr>
        <p:spPr>
          <a:xfrm>
            <a:off x="941443" y="1200150"/>
            <a:ext cx="3818297" cy="3943351"/>
          </a:xfrm>
          <a:prstGeom prst="rect">
            <a:avLst/>
          </a:prstGeom>
          <a:noFill/>
          <a:ln>
            <a:noFill/>
          </a:ln>
        </p:spPr>
        <p:txBody>
          <a:bodyPr spcFirstLastPara="1" wrap="square" lIns="0" tIns="0" rIns="0" bIns="0" anchor="t" anchorCtr="0">
            <a:noAutofit/>
          </a:bodyPr>
          <a:lstStyle>
            <a:lvl1pPr marL="457200" lvl="0" indent="-354330" algn="l">
              <a:lnSpc>
                <a:spcPct val="102000"/>
              </a:lnSpc>
              <a:spcBef>
                <a:spcPts val="1400"/>
              </a:spcBef>
              <a:spcAft>
                <a:spcPts val="0"/>
              </a:spcAft>
              <a:buClr>
                <a:srgbClr val="333F48"/>
              </a:buClr>
              <a:buSzPts val="1980"/>
              <a:buChar char="•"/>
              <a:defRPr/>
            </a:lvl1pPr>
            <a:lvl2pPr marL="914400" lvl="1" indent="-365760" algn="l">
              <a:lnSpc>
                <a:spcPct val="102000"/>
              </a:lnSpc>
              <a:spcBef>
                <a:spcPts val="1400"/>
              </a:spcBef>
              <a:spcAft>
                <a:spcPts val="0"/>
              </a:spcAft>
              <a:buClr>
                <a:srgbClr val="333F48"/>
              </a:buClr>
              <a:buSzPts val="2160"/>
              <a:buChar char="o"/>
              <a:defRPr/>
            </a:lvl2pPr>
            <a:lvl3pPr marL="1371600" lvl="2" indent="-342900" algn="l">
              <a:lnSpc>
                <a:spcPct val="102000"/>
              </a:lnSpc>
              <a:spcBef>
                <a:spcPts val="1400"/>
              </a:spcBef>
              <a:spcAft>
                <a:spcPts val="0"/>
              </a:spcAft>
              <a:buClr>
                <a:srgbClr val="333F48"/>
              </a:buClr>
              <a:buSzPts val="1800"/>
              <a:buChar char="•"/>
              <a:defRPr/>
            </a:lvl3pPr>
            <a:lvl4pPr marL="1828800" lvl="3" indent="-354330" algn="l">
              <a:lnSpc>
                <a:spcPct val="102000"/>
              </a:lnSpc>
              <a:spcBef>
                <a:spcPts val="1400"/>
              </a:spcBef>
              <a:spcAft>
                <a:spcPts val="0"/>
              </a:spcAft>
              <a:buClr>
                <a:srgbClr val="333F48"/>
              </a:buClr>
              <a:buSzPts val="198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460" name="Google Shape;460;p83"/>
          <p:cNvSpPr/>
          <p:nvPr/>
        </p:nvSpPr>
        <p:spPr>
          <a:xfrm>
            <a:off x="0" y="0"/>
            <a:ext cx="457200" cy="5143500"/>
          </a:xfrm>
          <a:prstGeom prst="rect">
            <a:avLst/>
          </a:prstGeom>
          <a:solidFill>
            <a:srgbClr val="AE598B"/>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61" name="Google Shape;461;p83"/>
          <p:cNvSpPr/>
          <p:nvPr/>
        </p:nvSpPr>
        <p:spPr>
          <a:xfrm>
            <a:off x="0" y="0"/>
            <a:ext cx="152400" cy="5143500"/>
          </a:xfrm>
          <a:prstGeom prst="rect">
            <a:avLst/>
          </a:prstGeom>
          <a:solidFill>
            <a:schemeClr val="accent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62" name="Google Shape;462;p83"/>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Image with caption">
  <p:cSld name="Image with caption 6">
    <p:spTree>
      <p:nvGrpSpPr>
        <p:cNvPr id="1" name="Shape 463"/>
        <p:cNvGrpSpPr/>
        <p:nvPr/>
      </p:nvGrpSpPr>
      <p:grpSpPr>
        <a:xfrm>
          <a:off x="0" y="0"/>
          <a:ext cx="0" cy="0"/>
          <a:chOff x="0" y="0"/>
          <a:chExt cx="0" cy="0"/>
        </a:xfrm>
      </p:grpSpPr>
      <p:cxnSp>
        <p:nvCxnSpPr>
          <p:cNvPr id="464" name="Google Shape;464;p8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465" name="Google Shape;465;p8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466" name="Google Shape;466;p84"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467" name="Google Shape;467;p84"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468" name="Google Shape;468;p84"/>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2"/>
              </a:buClr>
              <a:buSzPts val="3600"/>
              <a:buFont typeface="Arial"/>
              <a:buNone/>
              <a:defRPr b="1">
                <a:solidFill>
                  <a:schemeClr val="accent2"/>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469" name="Google Shape;469;p84"/>
          <p:cNvSpPr txBox="1">
            <a:spLocks noGrp="1"/>
          </p:cNvSpPr>
          <p:nvPr>
            <p:ph type="body" idx="1"/>
          </p:nvPr>
        </p:nvSpPr>
        <p:spPr>
          <a:xfrm>
            <a:off x="950916" y="4049317"/>
            <a:ext cx="3535364" cy="1094183"/>
          </a:xfrm>
          <a:prstGeom prst="rect">
            <a:avLst/>
          </a:prstGeom>
          <a:noFill/>
          <a:ln>
            <a:noFill/>
          </a:ln>
        </p:spPr>
        <p:txBody>
          <a:bodyPr spcFirstLastPara="1" wrap="square" lIns="0" tIns="0" rIns="0" bIns="0" anchor="t" anchorCtr="0">
            <a:noAutofit/>
          </a:bodyPr>
          <a:lstStyle>
            <a:lvl1pPr marL="457200" lvl="0" indent="-228600" algn="l">
              <a:lnSpc>
                <a:spcPct val="102000"/>
              </a:lnSpc>
              <a:spcBef>
                <a:spcPts val="1400"/>
              </a:spcBef>
              <a:spcAft>
                <a:spcPts val="0"/>
              </a:spcAft>
              <a:buClr>
                <a:srgbClr val="333F48"/>
              </a:buClr>
              <a:buSzPts val="2400"/>
              <a:buFont typeface="Arial"/>
              <a:buNone/>
              <a:defRPr>
                <a:latin typeface="Arial"/>
                <a:ea typeface="Arial"/>
                <a:cs typeface="Arial"/>
                <a:sym typeface="Arial"/>
              </a:defRPr>
            </a:lvl1pPr>
            <a:lvl2pPr marL="914400" lvl="1" indent="-411480" algn="l">
              <a:lnSpc>
                <a:spcPct val="102000"/>
              </a:lnSpc>
              <a:spcBef>
                <a:spcPts val="1400"/>
              </a:spcBef>
              <a:spcAft>
                <a:spcPts val="0"/>
              </a:spcAft>
              <a:buClr>
                <a:srgbClr val="333F48"/>
              </a:buClr>
              <a:buSzPts val="2880"/>
              <a:buFont typeface="Arial"/>
              <a:buChar char="o"/>
              <a:defRPr>
                <a:latin typeface="Arial"/>
                <a:ea typeface="Arial"/>
                <a:cs typeface="Arial"/>
                <a:sym typeface="Arial"/>
              </a:defRPr>
            </a:lvl2pPr>
            <a:lvl3pPr marL="1371600" lvl="2" indent="-381000" algn="l">
              <a:lnSpc>
                <a:spcPct val="102000"/>
              </a:lnSpc>
              <a:spcBef>
                <a:spcPts val="1400"/>
              </a:spcBef>
              <a:spcAft>
                <a:spcPts val="0"/>
              </a:spcAft>
              <a:buClr>
                <a:srgbClr val="333F48"/>
              </a:buClr>
              <a:buSzPts val="2400"/>
              <a:buFont typeface="Arial"/>
              <a:buChar char="•"/>
              <a:defRPr>
                <a:latin typeface="Arial"/>
                <a:ea typeface="Arial"/>
                <a:cs typeface="Arial"/>
                <a:sym typeface="Arial"/>
              </a:defRPr>
            </a:lvl3pPr>
            <a:lvl4pPr marL="1828800" lvl="3" indent="-396240" algn="l">
              <a:lnSpc>
                <a:spcPct val="102000"/>
              </a:lnSpc>
              <a:spcBef>
                <a:spcPts val="1400"/>
              </a:spcBef>
              <a:spcAft>
                <a:spcPts val="0"/>
              </a:spcAft>
              <a:buClr>
                <a:srgbClr val="333F48"/>
              </a:buClr>
              <a:buSzPts val="2640"/>
              <a:buFont typeface="Arial"/>
              <a:buChar char="•"/>
              <a:defRPr>
                <a:latin typeface="Arial"/>
                <a:ea typeface="Arial"/>
                <a:cs typeface="Arial"/>
                <a:sym typeface="Arial"/>
              </a:defRPr>
            </a:lvl4pPr>
            <a:lvl5pPr marL="2286000" lvl="4" indent="-228600" algn="l">
              <a:lnSpc>
                <a:spcPct val="102000"/>
              </a:lnSpc>
              <a:spcBef>
                <a:spcPts val="1400"/>
              </a:spcBef>
              <a:spcAft>
                <a:spcPts val="0"/>
              </a:spcAft>
              <a:buClr>
                <a:srgbClr val="333F48"/>
              </a:buClr>
              <a:buSzPts val="2400"/>
              <a:buFont typeface="Arial"/>
              <a:buNone/>
              <a:defRPr>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470" name="Google Shape;470;p84"/>
          <p:cNvSpPr/>
          <p:nvPr/>
        </p:nvSpPr>
        <p:spPr>
          <a:xfrm>
            <a:off x="0" y="0"/>
            <a:ext cx="457200" cy="5143500"/>
          </a:xfrm>
          <a:prstGeom prst="rect">
            <a:avLst/>
          </a:prstGeom>
          <a:solidFill>
            <a:srgbClr val="AE598B"/>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71" name="Google Shape;471;p84"/>
          <p:cNvSpPr/>
          <p:nvPr/>
        </p:nvSpPr>
        <p:spPr>
          <a:xfrm>
            <a:off x="0" y="0"/>
            <a:ext cx="152400" cy="5143500"/>
          </a:xfrm>
          <a:prstGeom prst="rect">
            <a:avLst/>
          </a:prstGeom>
          <a:solidFill>
            <a:schemeClr val="accent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72" name="Google Shape;472;p84"/>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Title Only">
  <p:cSld name="Title Only 6">
    <p:spTree>
      <p:nvGrpSpPr>
        <p:cNvPr id="1" name="Shape 473"/>
        <p:cNvGrpSpPr/>
        <p:nvPr/>
      </p:nvGrpSpPr>
      <p:grpSpPr>
        <a:xfrm>
          <a:off x="0" y="0"/>
          <a:ext cx="0" cy="0"/>
          <a:chOff x="0" y="0"/>
          <a:chExt cx="0" cy="0"/>
        </a:xfrm>
      </p:grpSpPr>
      <p:cxnSp>
        <p:nvCxnSpPr>
          <p:cNvPr id="474" name="Google Shape;474;p85"/>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475" name="Google Shape;475;p85"/>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476" name="Google Shape;476;p85"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477" name="Google Shape;477;p85"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478" name="Google Shape;478;p85"/>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2"/>
              </a:buClr>
              <a:buSzPts val="3600"/>
              <a:buFont typeface="Arial"/>
              <a:buNone/>
              <a:defRPr b="1">
                <a:solidFill>
                  <a:schemeClr val="accent2"/>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479" name="Google Shape;479;p85"/>
          <p:cNvSpPr/>
          <p:nvPr/>
        </p:nvSpPr>
        <p:spPr>
          <a:xfrm>
            <a:off x="0" y="0"/>
            <a:ext cx="457200" cy="5143500"/>
          </a:xfrm>
          <a:prstGeom prst="rect">
            <a:avLst/>
          </a:prstGeom>
          <a:solidFill>
            <a:srgbClr val="AE598B"/>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80" name="Google Shape;480;p85"/>
          <p:cNvSpPr/>
          <p:nvPr/>
        </p:nvSpPr>
        <p:spPr>
          <a:xfrm>
            <a:off x="0" y="0"/>
            <a:ext cx="152400" cy="5143500"/>
          </a:xfrm>
          <a:prstGeom prst="rect">
            <a:avLst/>
          </a:prstGeom>
          <a:solidFill>
            <a:schemeClr val="accent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81" name="Google Shape;481;p85"/>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Title Only - No Footer">
  <p:cSld name="Title Only - No Footer 5">
    <p:spTree>
      <p:nvGrpSpPr>
        <p:cNvPr id="1" name="Shape 482"/>
        <p:cNvGrpSpPr/>
        <p:nvPr/>
      </p:nvGrpSpPr>
      <p:grpSpPr>
        <a:xfrm>
          <a:off x="0" y="0"/>
          <a:ext cx="0" cy="0"/>
          <a:chOff x="0" y="0"/>
          <a:chExt cx="0" cy="0"/>
        </a:xfrm>
      </p:grpSpPr>
      <p:cxnSp>
        <p:nvCxnSpPr>
          <p:cNvPr id="483" name="Google Shape;483;p86"/>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484" name="Google Shape;484;p86"/>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485" name="Google Shape;485;p86"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486" name="Google Shape;486;p86"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487" name="Google Shape;487;p86"/>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88" name="Google Shape;488;p86"/>
          <p:cNvSpPr txBox="1">
            <a:spLocks noGrp="1"/>
          </p:cNvSpPr>
          <p:nvPr>
            <p:ph type="title"/>
          </p:nvPr>
        </p:nvSpPr>
        <p:spPr>
          <a:xfrm>
            <a:off x="941446" y="205978"/>
            <a:ext cx="7885057" cy="99417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3600"/>
              <a:buFont typeface="Arial"/>
              <a:buNone/>
              <a:defRPr b="1">
                <a:solidFill>
                  <a:schemeClr val="accent2"/>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489" name="Google Shape;489;p86"/>
          <p:cNvSpPr/>
          <p:nvPr/>
        </p:nvSpPr>
        <p:spPr>
          <a:xfrm>
            <a:off x="0" y="0"/>
            <a:ext cx="457200" cy="5143500"/>
          </a:xfrm>
          <a:prstGeom prst="rect">
            <a:avLst/>
          </a:prstGeom>
          <a:solidFill>
            <a:srgbClr val="AE598B"/>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90" name="Google Shape;490;p86"/>
          <p:cNvSpPr/>
          <p:nvPr/>
        </p:nvSpPr>
        <p:spPr>
          <a:xfrm>
            <a:off x="0" y="0"/>
            <a:ext cx="152400" cy="5143500"/>
          </a:xfrm>
          <a:prstGeom prst="rect">
            <a:avLst/>
          </a:prstGeom>
          <a:solidFill>
            <a:schemeClr val="accent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91" name="Google Shape;491;p86"/>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Image with bullets">
  <p:cSld name="Image with bullets 5">
    <p:spTree>
      <p:nvGrpSpPr>
        <p:cNvPr id="1" name="Shape 492"/>
        <p:cNvGrpSpPr/>
        <p:nvPr/>
      </p:nvGrpSpPr>
      <p:grpSpPr>
        <a:xfrm>
          <a:off x="0" y="0"/>
          <a:ext cx="0" cy="0"/>
          <a:chOff x="0" y="0"/>
          <a:chExt cx="0" cy="0"/>
        </a:xfrm>
      </p:grpSpPr>
      <p:cxnSp>
        <p:nvCxnSpPr>
          <p:cNvPr id="493" name="Google Shape;493;p87"/>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494" name="Google Shape;494;p87"/>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495" name="Google Shape;495;p87"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496" name="Google Shape;496;p87"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497" name="Google Shape;497;p87"/>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98" name="Google Shape;498;p87"/>
          <p:cNvSpPr txBox="1">
            <a:spLocks noGrp="1"/>
          </p:cNvSpPr>
          <p:nvPr>
            <p:ph type="body" idx="1"/>
          </p:nvPr>
        </p:nvSpPr>
        <p:spPr>
          <a:xfrm>
            <a:off x="5626100" y="685803"/>
            <a:ext cx="3200400" cy="3880247"/>
          </a:xfrm>
          <a:prstGeom prst="rect">
            <a:avLst/>
          </a:prstGeom>
          <a:noFill/>
          <a:ln>
            <a:noFill/>
          </a:ln>
        </p:spPr>
        <p:txBody>
          <a:bodyPr spcFirstLastPara="1" wrap="square" lIns="0" tIns="0" rIns="0" bIns="0" anchor="t" anchorCtr="0">
            <a:noAutofit/>
          </a:bodyPr>
          <a:lstStyle>
            <a:lvl1pPr marL="457200" lvl="0" indent="-354330" algn="l">
              <a:lnSpc>
                <a:spcPct val="102000"/>
              </a:lnSpc>
              <a:spcBef>
                <a:spcPts val="1400"/>
              </a:spcBef>
              <a:spcAft>
                <a:spcPts val="0"/>
              </a:spcAft>
              <a:buClr>
                <a:srgbClr val="333F48"/>
              </a:buClr>
              <a:buSzPts val="1980"/>
              <a:buChar char="•"/>
              <a:defRPr/>
            </a:lvl1pPr>
            <a:lvl2pPr marL="914400" lvl="1" indent="-365760" algn="l">
              <a:lnSpc>
                <a:spcPct val="102000"/>
              </a:lnSpc>
              <a:spcBef>
                <a:spcPts val="1400"/>
              </a:spcBef>
              <a:spcAft>
                <a:spcPts val="0"/>
              </a:spcAft>
              <a:buClr>
                <a:srgbClr val="333F48"/>
              </a:buClr>
              <a:buSzPts val="2160"/>
              <a:buChar char="o"/>
              <a:defRPr/>
            </a:lvl2pPr>
            <a:lvl3pPr marL="1371600" lvl="2" indent="-342900" algn="l">
              <a:lnSpc>
                <a:spcPct val="102000"/>
              </a:lnSpc>
              <a:spcBef>
                <a:spcPts val="1400"/>
              </a:spcBef>
              <a:spcAft>
                <a:spcPts val="0"/>
              </a:spcAft>
              <a:buClr>
                <a:srgbClr val="333F48"/>
              </a:buClr>
              <a:buSzPts val="1800"/>
              <a:buChar char="•"/>
              <a:defRPr/>
            </a:lvl3pPr>
            <a:lvl4pPr marL="1828800" lvl="3" indent="-354330" algn="l">
              <a:lnSpc>
                <a:spcPct val="102000"/>
              </a:lnSpc>
              <a:spcBef>
                <a:spcPts val="1400"/>
              </a:spcBef>
              <a:spcAft>
                <a:spcPts val="0"/>
              </a:spcAft>
              <a:buClr>
                <a:srgbClr val="333F48"/>
              </a:buClr>
              <a:buSzPts val="198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499" name="Google Shape;499;p87"/>
          <p:cNvSpPr/>
          <p:nvPr/>
        </p:nvSpPr>
        <p:spPr>
          <a:xfrm>
            <a:off x="0" y="0"/>
            <a:ext cx="457200" cy="5143500"/>
          </a:xfrm>
          <a:prstGeom prst="rect">
            <a:avLst/>
          </a:prstGeom>
          <a:solidFill>
            <a:srgbClr val="AE598B"/>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00" name="Google Shape;500;p87"/>
          <p:cNvSpPr/>
          <p:nvPr/>
        </p:nvSpPr>
        <p:spPr>
          <a:xfrm>
            <a:off x="0" y="0"/>
            <a:ext cx="152400" cy="5143500"/>
          </a:xfrm>
          <a:prstGeom prst="rect">
            <a:avLst/>
          </a:prstGeom>
          <a:solidFill>
            <a:schemeClr val="accent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01" name="Google Shape;501;p87"/>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Image - Large">
  <p:cSld name="Image - Large 5">
    <p:spTree>
      <p:nvGrpSpPr>
        <p:cNvPr id="1" name="Shape 502"/>
        <p:cNvGrpSpPr/>
        <p:nvPr/>
      </p:nvGrpSpPr>
      <p:grpSpPr>
        <a:xfrm>
          <a:off x="0" y="0"/>
          <a:ext cx="0" cy="0"/>
          <a:chOff x="0" y="0"/>
          <a:chExt cx="0" cy="0"/>
        </a:xfrm>
      </p:grpSpPr>
      <p:cxnSp>
        <p:nvCxnSpPr>
          <p:cNvPr id="503" name="Google Shape;503;p88"/>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504" name="Google Shape;504;p88"/>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505" name="Google Shape;505;p88"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506" name="Google Shape;506;p88"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507" name="Google Shape;507;p88"/>
          <p:cNvSpPr/>
          <p:nvPr/>
        </p:nvSpPr>
        <p:spPr>
          <a:xfrm>
            <a:off x="0" y="0"/>
            <a:ext cx="457200" cy="5143500"/>
          </a:xfrm>
          <a:prstGeom prst="rect">
            <a:avLst/>
          </a:prstGeom>
          <a:solidFill>
            <a:srgbClr val="AE598B"/>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08" name="Google Shape;508;p88"/>
          <p:cNvSpPr/>
          <p:nvPr/>
        </p:nvSpPr>
        <p:spPr>
          <a:xfrm>
            <a:off x="0" y="0"/>
            <a:ext cx="152400" cy="5143500"/>
          </a:xfrm>
          <a:prstGeom prst="rect">
            <a:avLst/>
          </a:prstGeom>
          <a:solidFill>
            <a:schemeClr val="accent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09" name="Google Shape;509;p88"/>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Divider">
  <p:cSld name="Divider 5">
    <p:spTree>
      <p:nvGrpSpPr>
        <p:cNvPr id="1" name="Shape 510"/>
        <p:cNvGrpSpPr/>
        <p:nvPr/>
      </p:nvGrpSpPr>
      <p:grpSpPr>
        <a:xfrm>
          <a:off x="0" y="0"/>
          <a:ext cx="0" cy="0"/>
          <a:chOff x="0" y="0"/>
          <a:chExt cx="0" cy="0"/>
        </a:xfrm>
      </p:grpSpPr>
      <p:cxnSp>
        <p:nvCxnSpPr>
          <p:cNvPr id="511" name="Google Shape;511;p89"/>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512" name="Google Shape;512;p89"/>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513" name="Google Shape;513;p89"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514" name="Google Shape;514;p89"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515" name="Google Shape;515;p89"/>
          <p:cNvSpPr/>
          <p:nvPr/>
        </p:nvSpPr>
        <p:spPr>
          <a:xfrm>
            <a:off x="-2" y="0"/>
            <a:ext cx="3652255"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16" name="Google Shape;516;p89"/>
          <p:cNvSpPr/>
          <p:nvPr/>
        </p:nvSpPr>
        <p:spPr>
          <a:xfrm>
            <a:off x="457204" y="0"/>
            <a:ext cx="3195054" cy="5143500"/>
          </a:xfrm>
          <a:prstGeom prst="rect">
            <a:avLst/>
          </a:prstGeom>
          <a:solidFill>
            <a:srgbClr val="AE598B"/>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17" name="Google Shape;517;p89"/>
          <p:cNvSpPr/>
          <p:nvPr/>
        </p:nvSpPr>
        <p:spPr>
          <a:xfrm>
            <a:off x="3652256" y="0"/>
            <a:ext cx="5491750" cy="5143500"/>
          </a:xfrm>
          <a:prstGeom prst="rect">
            <a:avLst/>
          </a:prstGeom>
          <a:solidFill>
            <a:schemeClr val="accent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18" name="Google Shape;518;p89"/>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4000"/>
              <a:buFont typeface="Arial"/>
              <a:buNone/>
              <a:defRPr sz="4000"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519" name="Google Shape;519;p89"/>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520" name="Google Shape;520;p89"/>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matchingName="Divider with Image">
  <p:cSld name="Divider with Image 5">
    <p:spTree>
      <p:nvGrpSpPr>
        <p:cNvPr id="1" name="Shape 521"/>
        <p:cNvGrpSpPr/>
        <p:nvPr/>
      </p:nvGrpSpPr>
      <p:grpSpPr>
        <a:xfrm>
          <a:off x="0" y="0"/>
          <a:ext cx="0" cy="0"/>
          <a:chOff x="0" y="0"/>
          <a:chExt cx="0" cy="0"/>
        </a:xfrm>
      </p:grpSpPr>
      <p:cxnSp>
        <p:nvCxnSpPr>
          <p:cNvPr id="522" name="Google Shape;522;p90"/>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523" name="Google Shape;523;p90"/>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524" name="Google Shape;524;p90" descr="FooterText.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525" name="Google Shape;525;p90" descr="bugs-01.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526" name="Google Shape;526;p90"/>
          <p:cNvSpPr/>
          <p:nvPr/>
        </p:nvSpPr>
        <p:spPr>
          <a:xfrm>
            <a:off x="-2" y="0"/>
            <a:ext cx="3652255"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27" name="Google Shape;527;p90"/>
          <p:cNvSpPr/>
          <p:nvPr/>
        </p:nvSpPr>
        <p:spPr>
          <a:xfrm>
            <a:off x="3657600" y="0"/>
            <a:ext cx="5486400" cy="5143500"/>
          </a:xfrm>
          <a:prstGeom prst="rect">
            <a:avLst/>
          </a:prstGeom>
          <a:solidFill>
            <a:schemeClr val="accent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28" name="Google Shape;528;p90"/>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4000"/>
              <a:buFont typeface="Arial"/>
              <a:buNone/>
              <a:defRPr sz="4000"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529" name="Google Shape;529;p90"/>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530" name="Google Shape;530;p90"/>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Title">
  <p:cSld name="Title 6">
    <p:bg>
      <p:bgPr>
        <a:solidFill>
          <a:srgbClr val="2C2A29"/>
        </a:solidFill>
        <a:effectLst/>
      </p:bgPr>
    </p:bg>
    <p:spTree>
      <p:nvGrpSpPr>
        <p:cNvPr id="1" name="Shape 531"/>
        <p:cNvGrpSpPr/>
        <p:nvPr/>
      </p:nvGrpSpPr>
      <p:grpSpPr>
        <a:xfrm>
          <a:off x="0" y="0"/>
          <a:ext cx="0" cy="0"/>
          <a:chOff x="0" y="0"/>
          <a:chExt cx="0" cy="0"/>
        </a:xfrm>
      </p:grpSpPr>
      <p:sp>
        <p:nvSpPr>
          <p:cNvPr id="532" name="Google Shape;532;p91"/>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533" name="Google Shape;533;p91"/>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534" name="Google Shape;534;p91"/>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pic>
        <p:nvPicPr>
          <p:cNvPr id="535" name="Google Shape;535;p91" descr="FooterText_white.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536" name="Google Shape;536;p91" descr="bugs-02.png"/>
          <p:cNvPicPr preferRelativeResize="0"/>
          <p:nvPr/>
        </p:nvPicPr>
        <p:blipFill rotWithShape="1">
          <a:blip r:embed="rId3">
            <a:alphaModFix/>
          </a:blip>
          <a:srcRect/>
          <a:stretch/>
        </p:blipFill>
        <p:spPr>
          <a:xfrm>
            <a:off x="676655" y="4629153"/>
            <a:ext cx="704113" cy="419115"/>
          </a:xfrm>
          <a:prstGeom prst="rect">
            <a:avLst/>
          </a:prstGeom>
          <a:noFill/>
          <a:ln>
            <a:noFill/>
          </a:ln>
        </p:spPr>
      </p:pic>
      <p:sp>
        <p:nvSpPr>
          <p:cNvPr id="537" name="Google Shape;537;p91"/>
          <p:cNvSpPr/>
          <p:nvPr/>
        </p:nvSpPr>
        <p:spPr>
          <a:xfrm>
            <a:off x="-1" y="-1"/>
            <a:ext cx="464629" cy="5144098"/>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538" name="Google Shape;538;p91" descr="master_bg.png"/>
          <p:cNvPicPr preferRelativeResize="0"/>
          <p:nvPr/>
        </p:nvPicPr>
        <p:blipFill rotWithShape="1">
          <a:blip r:embed="rId4">
            <a:alphaModFix/>
          </a:blip>
          <a:srcRect/>
          <a:stretch/>
        </p:blipFill>
        <p:spPr>
          <a:xfrm>
            <a:off x="2260600" y="-19052"/>
            <a:ext cx="6883400" cy="5162553"/>
          </a:xfrm>
          <a:prstGeom prst="rect">
            <a:avLst/>
          </a:prstGeom>
          <a:noFill/>
          <a:ln>
            <a:noFill/>
          </a:ln>
        </p:spPr>
      </p:pic>
      <p:sp>
        <p:nvSpPr>
          <p:cNvPr id="539" name="Google Shape;539;p91"/>
          <p:cNvSpPr/>
          <p:nvPr/>
        </p:nvSpPr>
        <p:spPr>
          <a:xfrm>
            <a:off x="457199" y="0"/>
            <a:ext cx="5491750"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40" name="Google Shape;540;p91"/>
          <p:cNvSpPr txBox="1">
            <a:spLocks noGrp="1"/>
          </p:cNvSpPr>
          <p:nvPr>
            <p:ph type="title"/>
          </p:nvPr>
        </p:nvSpPr>
        <p:spPr>
          <a:xfrm>
            <a:off x="749808"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4000"/>
              <a:buFont typeface="Arial"/>
              <a:buNone/>
              <a:defRPr sz="4000"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541" name="Google Shape;541;p91"/>
          <p:cNvSpPr txBox="1">
            <a:spLocks noGrp="1"/>
          </p:cNvSpPr>
          <p:nvPr>
            <p:ph type="body" idx="1"/>
          </p:nvPr>
        </p:nvSpPr>
        <p:spPr>
          <a:xfrm>
            <a:off x="749808"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542" name="Google Shape;542;p91"/>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Text">
  <p:cSld name="Text 2">
    <p:bg>
      <p:bgPr>
        <a:solidFill>
          <a:srgbClr val="2C2A29"/>
        </a:solidFill>
        <a:effectLst/>
      </p:bgPr>
    </p:bg>
    <p:spTree>
      <p:nvGrpSpPr>
        <p:cNvPr id="1" name="Shape 543"/>
        <p:cNvGrpSpPr/>
        <p:nvPr/>
      </p:nvGrpSpPr>
      <p:grpSpPr>
        <a:xfrm>
          <a:off x="0" y="0"/>
          <a:ext cx="0" cy="0"/>
          <a:chOff x="0" y="0"/>
          <a:chExt cx="0" cy="0"/>
        </a:xfrm>
      </p:grpSpPr>
      <p:sp>
        <p:nvSpPr>
          <p:cNvPr id="544" name="Google Shape;544;p92"/>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545" name="Google Shape;545;p92"/>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546" name="Google Shape;546;p92"/>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pic>
        <p:nvPicPr>
          <p:cNvPr id="547" name="Google Shape;547;p92" descr="FooterText_white.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548" name="Google Shape;548;p92" descr="bugs-02.png"/>
          <p:cNvPicPr preferRelativeResize="0"/>
          <p:nvPr/>
        </p:nvPicPr>
        <p:blipFill rotWithShape="1">
          <a:blip r:embed="rId3">
            <a:alphaModFix/>
          </a:blip>
          <a:srcRect/>
          <a:stretch/>
        </p:blipFill>
        <p:spPr>
          <a:xfrm>
            <a:off x="676655" y="4629153"/>
            <a:ext cx="704113" cy="419115"/>
          </a:xfrm>
          <a:prstGeom prst="rect">
            <a:avLst/>
          </a:prstGeom>
          <a:noFill/>
          <a:ln>
            <a:noFill/>
          </a:ln>
        </p:spPr>
      </p:pic>
      <p:sp>
        <p:nvSpPr>
          <p:cNvPr id="549" name="Google Shape;549;p92"/>
          <p:cNvSpPr/>
          <p:nvPr/>
        </p:nvSpPr>
        <p:spPr>
          <a:xfrm>
            <a:off x="-1" y="-1"/>
            <a:ext cx="464629" cy="5144098"/>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50" name="Google Shape;550;p92"/>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3600"/>
              <a:buFont typeface="Arial"/>
              <a:buNone/>
              <a:defRPr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551" name="Google Shape;551;p92"/>
          <p:cNvSpPr txBox="1">
            <a:spLocks noGrp="1"/>
          </p:cNvSpPr>
          <p:nvPr>
            <p:ph type="body" idx="1"/>
          </p:nvPr>
        </p:nvSpPr>
        <p:spPr>
          <a:xfrm>
            <a:off x="941387" y="1200150"/>
            <a:ext cx="7885113" cy="3943350"/>
          </a:xfrm>
          <a:prstGeom prst="rect">
            <a:avLst/>
          </a:prstGeom>
          <a:noFill/>
          <a:ln>
            <a:noFill/>
          </a:ln>
        </p:spPr>
        <p:txBody>
          <a:bodyPr spcFirstLastPara="1" wrap="square" lIns="0" tIns="0" rIns="0" bIns="0" anchor="t" anchorCtr="0">
            <a:noAutofit/>
          </a:bodyPr>
          <a:lstStyle>
            <a:lvl1pPr marL="457200" lvl="0" indent="-396240" algn="l">
              <a:lnSpc>
                <a:spcPct val="102000"/>
              </a:lnSpc>
              <a:spcBef>
                <a:spcPts val="1400"/>
              </a:spcBef>
              <a:spcAft>
                <a:spcPts val="0"/>
              </a:spcAft>
              <a:buClr>
                <a:srgbClr val="FFFFFF"/>
              </a:buClr>
              <a:buSzPts val="2640"/>
              <a:buFont typeface="Arial"/>
              <a:buChar char="•"/>
              <a:defRPr>
                <a:solidFill>
                  <a:srgbClr val="FFFFFF"/>
                </a:solidFill>
              </a:defRPr>
            </a:lvl1pPr>
            <a:lvl2pPr marL="914400" lvl="1" indent="-411480" algn="l">
              <a:lnSpc>
                <a:spcPct val="102000"/>
              </a:lnSpc>
              <a:spcBef>
                <a:spcPts val="1400"/>
              </a:spcBef>
              <a:spcAft>
                <a:spcPts val="0"/>
              </a:spcAft>
              <a:buClr>
                <a:srgbClr val="FFFFFF"/>
              </a:buClr>
              <a:buSzPts val="2880"/>
              <a:buFont typeface="Arial"/>
              <a:buChar char="o"/>
              <a:defRPr>
                <a:solidFill>
                  <a:srgbClr val="FFFFFF"/>
                </a:solidFill>
              </a:defRPr>
            </a:lvl2pPr>
            <a:lvl3pPr marL="1371600" lvl="2" indent="-381000" algn="l">
              <a:lnSpc>
                <a:spcPct val="102000"/>
              </a:lnSpc>
              <a:spcBef>
                <a:spcPts val="1400"/>
              </a:spcBef>
              <a:spcAft>
                <a:spcPts val="0"/>
              </a:spcAft>
              <a:buClr>
                <a:srgbClr val="FFFFFF"/>
              </a:buClr>
              <a:buSzPts val="2400"/>
              <a:buFont typeface="Arial"/>
              <a:buChar char="•"/>
              <a:defRPr>
                <a:solidFill>
                  <a:srgbClr val="FFFFFF"/>
                </a:solidFill>
              </a:defRPr>
            </a:lvl3pPr>
            <a:lvl4pPr marL="1828800" lvl="3" indent="-396240" algn="l">
              <a:lnSpc>
                <a:spcPct val="102000"/>
              </a:lnSpc>
              <a:spcBef>
                <a:spcPts val="1400"/>
              </a:spcBef>
              <a:spcAft>
                <a:spcPts val="0"/>
              </a:spcAft>
              <a:buClr>
                <a:srgbClr val="FFFFFF"/>
              </a:buClr>
              <a:buSzPts val="2640"/>
              <a:buFont typeface="Arial"/>
              <a:buChar char="•"/>
              <a:defRPr>
                <a:solidFill>
                  <a:srgbClr val="FFFFFF"/>
                </a:solidFill>
              </a:defRPr>
            </a:lvl4pPr>
            <a:lvl5pPr marL="2286000" lvl="4" indent="-228600" algn="l">
              <a:lnSpc>
                <a:spcPct val="102000"/>
              </a:lnSpc>
              <a:spcBef>
                <a:spcPts val="1400"/>
              </a:spcBef>
              <a:spcAft>
                <a:spcPts val="0"/>
              </a:spcAft>
              <a:buClr>
                <a:srgbClr val="FFFFFF"/>
              </a:buClr>
              <a:buSzPts val="2400"/>
              <a:buFont typeface="Arial"/>
              <a:buNone/>
              <a:defRPr>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552" name="Google Shape;552;p92"/>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333F48"/>
              </a:solidFil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matchingName="Two content">
  <p:cSld name="Two content 7">
    <p:bg>
      <p:bgPr>
        <a:solidFill>
          <a:srgbClr val="2C2A29"/>
        </a:solidFill>
        <a:effectLst/>
      </p:bgPr>
    </p:bg>
    <p:spTree>
      <p:nvGrpSpPr>
        <p:cNvPr id="1" name="Shape 553"/>
        <p:cNvGrpSpPr/>
        <p:nvPr/>
      </p:nvGrpSpPr>
      <p:grpSpPr>
        <a:xfrm>
          <a:off x="0" y="0"/>
          <a:ext cx="0" cy="0"/>
          <a:chOff x="0" y="0"/>
          <a:chExt cx="0" cy="0"/>
        </a:xfrm>
      </p:grpSpPr>
      <p:sp>
        <p:nvSpPr>
          <p:cNvPr id="554" name="Google Shape;554;p93"/>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555" name="Google Shape;555;p9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556" name="Google Shape;556;p93"/>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pic>
        <p:nvPicPr>
          <p:cNvPr id="557" name="Google Shape;557;p93" descr="FooterText_white.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558" name="Google Shape;558;p93" descr="bugs-02.png"/>
          <p:cNvPicPr preferRelativeResize="0"/>
          <p:nvPr/>
        </p:nvPicPr>
        <p:blipFill rotWithShape="1">
          <a:blip r:embed="rId3">
            <a:alphaModFix/>
          </a:blip>
          <a:srcRect/>
          <a:stretch/>
        </p:blipFill>
        <p:spPr>
          <a:xfrm>
            <a:off x="676655" y="4629153"/>
            <a:ext cx="704113" cy="419115"/>
          </a:xfrm>
          <a:prstGeom prst="rect">
            <a:avLst/>
          </a:prstGeom>
          <a:noFill/>
          <a:ln>
            <a:noFill/>
          </a:ln>
        </p:spPr>
      </p:pic>
      <p:sp>
        <p:nvSpPr>
          <p:cNvPr id="559" name="Google Shape;559;p93"/>
          <p:cNvSpPr/>
          <p:nvPr/>
        </p:nvSpPr>
        <p:spPr>
          <a:xfrm>
            <a:off x="-1" y="-1"/>
            <a:ext cx="464629" cy="5144098"/>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60" name="Google Shape;560;p93"/>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3600"/>
              <a:buFont typeface="Arial"/>
              <a:buNone/>
              <a:defRPr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561" name="Google Shape;561;p93"/>
          <p:cNvSpPr txBox="1">
            <a:spLocks noGrp="1"/>
          </p:cNvSpPr>
          <p:nvPr>
            <p:ph type="body" idx="1"/>
          </p:nvPr>
        </p:nvSpPr>
        <p:spPr>
          <a:xfrm>
            <a:off x="941443" y="1200150"/>
            <a:ext cx="3818297" cy="3943351"/>
          </a:xfrm>
          <a:prstGeom prst="rect">
            <a:avLst/>
          </a:prstGeom>
          <a:noFill/>
          <a:ln>
            <a:noFill/>
          </a:ln>
        </p:spPr>
        <p:txBody>
          <a:bodyPr spcFirstLastPara="1" wrap="square" lIns="0" tIns="0" rIns="0" bIns="0" anchor="t" anchorCtr="0">
            <a:noAutofit/>
          </a:bodyPr>
          <a:lstStyle>
            <a:lvl1pPr marL="457200" lvl="0" indent="-396240" algn="l">
              <a:lnSpc>
                <a:spcPct val="102000"/>
              </a:lnSpc>
              <a:spcBef>
                <a:spcPts val="1400"/>
              </a:spcBef>
              <a:spcAft>
                <a:spcPts val="0"/>
              </a:spcAft>
              <a:buClr>
                <a:srgbClr val="FFFFFF"/>
              </a:buClr>
              <a:buSzPts val="2640"/>
              <a:buFont typeface="Arial"/>
              <a:buChar char="•"/>
              <a:defRPr>
                <a:solidFill>
                  <a:srgbClr val="FFFFFF"/>
                </a:solidFill>
              </a:defRPr>
            </a:lvl1pPr>
            <a:lvl2pPr marL="914400" lvl="1" indent="-411480" algn="l">
              <a:lnSpc>
                <a:spcPct val="102000"/>
              </a:lnSpc>
              <a:spcBef>
                <a:spcPts val="1400"/>
              </a:spcBef>
              <a:spcAft>
                <a:spcPts val="0"/>
              </a:spcAft>
              <a:buClr>
                <a:srgbClr val="FFFFFF"/>
              </a:buClr>
              <a:buSzPts val="2880"/>
              <a:buFont typeface="Arial"/>
              <a:buChar char="o"/>
              <a:defRPr>
                <a:solidFill>
                  <a:srgbClr val="FFFFFF"/>
                </a:solidFill>
              </a:defRPr>
            </a:lvl2pPr>
            <a:lvl3pPr marL="1371600" lvl="2" indent="-381000" algn="l">
              <a:lnSpc>
                <a:spcPct val="102000"/>
              </a:lnSpc>
              <a:spcBef>
                <a:spcPts val="1400"/>
              </a:spcBef>
              <a:spcAft>
                <a:spcPts val="0"/>
              </a:spcAft>
              <a:buClr>
                <a:srgbClr val="FFFFFF"/>
              </a:buClr>
              <a:buSzPts val="2400"/>
              <a:buFont typeface="Arial"/>
              <a:buChar char="•"/>
              <a:defRPr>
                <a:solidFill>
                  <a:srgbClr val="FFFFFF"/>
                </a:solidFill>
              </a:defRPr>
            </a:lvl3pPr>
            <a:lvl4pPr marL="1828800" lvl="3" indent="-396240" algn="l">
              <a:lnSpc>
                <a:spcPct val="102000"/>
              </a:lnSpc>
              <a:spcBef>
                <a:spcPts val="1400"/>
              </a:spcBef>
              <a:spcAft>
                <a:spcPts val="0"/>
              </a:spcAft>
              <a:buClr>
                <a:srgbClr val="FFFFFF"/>
              </a:buClr>
              <a:buSzPts val="2640"/>
              <a:buFont typeface="Arial"/>
              <a:buChar char="•"/>
              <a:defRPr>
                <a:solidFill>
                  <a:srgbClr val="FFFFFF"/>
                </a:solidFill>
              </a:defRPr>
            </a:lvl4pPr>
            <a:lvl5pPr marL="2286000" lvl="4" indent="-228600" algn="l">
              <a:lnSpc>
                <a:spcPct val="102000"/>
              </a:lnSpc>
              <a:spcBef>
                <a:spcPts val="1400"/>
              </a:spcBef>
              <a:spcAft>
                <a:spcPts val="0"/>
              </a:spcAft>
              <a:buClr>
                <a:srgbClr val="FFFFFF"/>
              </a:buClr>
              <a:buSzPts val="2400"/>
              <a:buFont typeface="Arial"/>
              <a:buNone/>
              <a:defRPr>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562" name="Google Shape;562;p93"/>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333F48"/>
              </a:solidFil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matchingName="Image with caption">
  <p:cSld name="Image with caption 7">
    <p:bg>
      <p:bgPr>
        <a:solidFill>
          <a:srgbClr val="2C2A29"/>
        </a:solidFill>
        <a:effectLst/>
      </p:bgPr>
    </p:bg>
    <p:spTree>
      <p:nvGrpSpPr>
        <p:cNvPr id="1" name="Shape 563"/>
        <p:cNvGrpSpPr/>
        <p:nvPr/>
      </p:nvGrpSpPr>
      <p:grpSpPr>
        <a:xfrm>
          <a:off x="0" y="0"/>
          <a:ext cx="0" cy="0"/>
          <a:chOff x="0" y="0"/>
          <a:chExt cx="0" cy="0"/>
        </a:xfrm>
      </p:grpSpPr>
      <p:sp>
        <p:nvSpPr>
          <p:cNvPr id="564" name="Google Shape;564;p94"/>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565" name="Google Shape;565;p9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566" name="Google Shape;566;p94"/>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pic>
        <p:nvPicPr>
          <p:cNvPr id="567" name="Google Shape;567;p94" descr="FooterText_white.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568" name="Google Shape;568;p94" descr="bugs-02.png"/>
          <p:cNvPicPr preferRelativeResize="0"/>
          <p:nvPr/>
        </p:nvPicPr>
        <p:blipFill rotWithShape="1">
          <a:blip r:embed="rId3">
            <a:alphaModFix/>
          </a:blip>
          <a:srcRect/>
          <a:stretch/>
        </p:blipFill>
        <p:spPr>
          <a:xfrm>
            <a:off x="676655" y="4629153"/>
            <a:ext cx="704113" cy="419115"/>
          </a:xfrm>
          <a:prstGeom prst="rect">
            <a:avLst/>
          </a:prstGeom>
          <a:noFill/>
          <a:ln>
            <a:noFill/>
          </a:ln>
        </p:spPr>
      </p:pic>
      <p:sp>
        <p:nvSpPr>
          <p:cNvPr id="569" name="Google Shape;569;p94"/>
          <p:cNvSpPr/>
          <p:nvPr/>
        </p:nvSpPr>
        <p:spPr>
          <a:xfrm>
            <a:off x="-1" y="-1"/>
            <a:ext cx="464629" cy="5144098"/>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70" name="Google Shape;570;p94"/>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3600"/>
              <a:buFont typeface="Arial"/>
              <a:buNone/>
              <a:defRPr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571" name="Google Shape;571;p94"/>
          <p:cNvSpPr txBox="1">
            <a:spLocks noGrp="1"/>
          </p:cNvSpPr>
          <p:nvPr>
            <p:ph type="body" idx="1"/>
          </p:nvPr>
        </p:nvSpPr>
        <p:spPr>
          <a:xfrm>
            <a:off x="950916" y="4049317"/>
            <a:ext cx="3535364" cy="1094183"/>
          </a:xfrm>
          <a:prstGeom prst="rect">
            <a:avLst/>
          </a:prstGeom>
          <a:noFill/>
          <a:ln>
            <a:noFill/>
          </a:ln>
        </p:spPr>
        <p:txBody>
          <a:bodyPr spcFirstLastPara="1" wrap="square" lIns="0" tIns="0" rIns="0" bIns="0" anchor="t" anchorCtr="0">
            <a:noAutofit/>
          </a:bodyPr>
          <a:lstStyle>
            <a:lvl1pPr marL="457200" lvl="0" indent="-228600" algn="l">
              <a:lnSpc>
                <a:spcPct val="102000"/>
              </a:lnSpc>
              <a:spcBef>
                <a:spcPts val="1400"/>
              </a:spcBef>
              <a:spcAft>
                <a:spcPts val="0"/>
              </a:spcAft>
              <a:buClr>
                <a:srgbClr val="A2AAAD"/>
              </a:buClr>
              <a:buSzPts val="1400"/>
              <a:buFont typeface="Arial"/>
              <a:buNone/>
              <a:defRPr sz="1400">
                <a:solidFill>
                  <a:srgbClr val="A2AAAD"/>
                </a:solidFill>
              </a:defRPr>
            </a:lvl1pPr>
            <a:lvl2pPr marL="914400" lvl="1" indent="-335280" algn="l">
              <a:lnSpc>
                <a:spcPct val="102000"/>
              </a:lnSpc>
              <a:spcBef>
                <a:spcPts val="1400"/>
              </a:spcBef>
              <a:spcAft>
                <a:spcPts val="0"/>
              </a:spcAft>
              <a:buClr>
                <a:srgbClr val="A2AAAD"/>
              </a:buClr>
              <a:buSzPts val="1680"/>
              <a:buFont typeface="Arial"/>
              <a:buChar char="o"/>
              <a:defRPr sz="1400">
                <a:solidFill>
                  <a:srgbClr val="A2AAAD"/>
                </a:solidFill>
              </a:defRPr>
            </a:lvl2pPr>
            <a:lvl3pPr marL="1371600" lvl="2" indent="-317500" algn="l">
              <a:lnSpc>
                <a:spcPct val="102000"/>
              </a:lnSpc>
              <a:spcBef>
                <a:spcPts val="1400"/>
              </a:spcBef>
              <a:spcAft>
                <a:spcPts val="0"/>
              </a:spcAft>
              <a:buClr>
                <a:srgbClr val="A2AAAD"/>
              </a:buClr>
              <a:buSzPts val="1400"/>
              <a:buFont typeface="Arial"/>
              <a:buChar char="•"/>
              <a:defRPr sz="1400">
                <a:solidFill>
                  <a:srgbClr val="A2AAAD"/>
                </a:solidFill>
              </a:defRPr>
            </a:lvl3pPr>
            <a:lvl4pPr marL="1828800" lvl="3" indent="-326390" algn="l">
              <a:lnSpc>
                <a:spcPct val="102000"/>
              </a:lnSpc>
              <a:spcBef>
                <a:spcPts val="1400"/>
              </a:spcBef>
              <a:spcAft>
                <a:spcPts val="0"/>
              </a:spcAft>
              <a:buClr>
                <a:srgbClr val="A2AAAD"/>
              </a:buClr>
              <a:buSzPts val="1540"/>
              <a:buFont typeface="Arial"/>
              <a:buChar char="•"/>
              <a:defRPr sz="1400">
                <a:solidFill>
                  <a:srgbClr val="A2AAAD"/>
                </a:solidFill>
              </a:defRPr>
            </a:lvl4pPr>
            <a:lvl5pPr marL="2286000" lvl="4" indent="-228600" algn="l">
              <a:lnSpc>
                <a:spcPct val="102000"/>
              </a:lnSpc>
              <a:spcBef>
                <a:spcPts val="1400"/>
              </a:spcBef>
              <a:spcAft>
                <a:spcPts val="0"/>
              </a:spcAft>
              <a:buClr>
                <a:srgbClr val="A2AAAD"/>
              </a:buClr>
              <a:buSzPts val="1400"/>
              <a:buFont typeface="Arial"/>
              <a:buNone/>
              <a:defRPr sz="1400">
                <a:solidFill>
                  <a:srgbClr val="A2AAAD"/>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572" name="Google Shape;572;p94"/>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333F48"/>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matchingName="Title Only">
  <p:cSld name="Title Only 7">
    <p:bg>
      <p:bgPr>
        <a:solidFill>
          <a:srgbClr val="2C2A29"/>
        </a:solidFill>
        <a:effectLst/>
      </p:bgPr>
    </p:bg>
    <p:spTree>
      <p:nvGrpSpPr>
        <p:cNvPr id="1" name="Shape 573"/>
        <p:cNvGrpSpPr/>
        <p:nvPr/>
      </p:nvGrpSpPr>
      <p:grpSpPr>
        <a:xfrm>
          <a:off x="0" y="0"/>
          <a:ext cx="0" cy="0"/>
          <a:chOff x="0" y="0"/>
          <a:chExt cx="0" cy="0"/>
        </a:xfrm>
      </p:grpSpPr>
      <p:sp>
        <p:nvSpPr>
          <p:cNvPr id="574" name="Google Shape;574;p95"/>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575" name="Google Shape;575;p95"/>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576" name="Google Shape;576;p95"/>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pic>
        <p:nvPicPr>
          <p:cNvPr id="577" name="Google Shape;577;p95" descr="FooterText_white.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578" name="Google Shape;578;p95" descr="bugs-02.png"/>
          <p:cNvPicPr preferRelativeResize="0"/>
          <p:nvPr/>
        </p:nvPicPr>
        <p:blipFill rotWithShape="1">
          <a:blip r:embed="rId3">
            <a:alphaModFix/>
          </a:blip>
          <a:srcRect/>
          <a:stretch/>
        </p:blipFill>
        <p:spPr>
          <a:xfrm>
            <a:off x="676655" y="4629153"/>
            <a:ext cx="704113" cy="419115"/>
          </a:xfrm>
          <a:prstGeom prst="rect">
            <a:avLst/>
          </a:prstGeom>
          <a:noFill/>
          <a:ln>
            <a:noFill/>
          </a:ln>
        </p:spPr>
      </p:pic>
      <p:sp>
        <p:nvSpPr>
          <p:cNvPr id="579" name="Google Shape;579;p95"/>
          <p:cNvSpPr/>
          <p:nvPr/>
        </p:nvSpPr>
        <p:spPr>
          <a:xfrm>
            <a:off x="-1" y="-1"/>
            <a:ext cx="464629" cy="5144098"/>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80" name="Google Shape;580;p95"/>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3600"/>
              <a:buFont typeface="Arial"/>
              <a:buNone/>
              <a:defRPr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581" name="Google Shape;581;p95"/>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333F48"/>
              </a:solidFil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matchingName="Title Only - No Footer">
  <p:cSld name="Title Only - No Footer 6">
    <p:bg>
      <p:bgPr>
        <a:solidFill>
          <a:srgbClr val="2C2A29"/>
        </a:solidFill>
        <a:effectLst/>
      </p:bgPr>
    </p:bg>
    <p:spTree>
      <p:nvGrpSpPr>
        <p:cNvPr id="1" name="Shape 582"/>
        <p:cNvGrpSpPr/>
        <p:nvPr/>
      </p:nvGrpSpPr>
      <p:grpSpPr>
        <a:xfrm>
          <a:off x="0" y="0"/>
          <a:ext cx="0" cy="0"/>
          <a:chOff x="0" y="0"/>
          <a:chExt cx="0" cy="0"/>
        </a:xfrm>
      </p:grpSpPr>
      <p:sp>
        <p:nvSpPr>
          <p:cNvPr id="583" name="Google Shape;583;p96"/>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584" name="Google Shape;584;p96"/>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585" name="Google Shape;585;p96"/>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pic>
        <p:nvPicPr>
          <p:cNvPr id="586" name="Google Shape;586;p96" descr="FooterText_white.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587" name="Google Shape;587;p96" descr="bugs-02.png"/>
          <p:cNvPicPr preferRelativeResize="0"/>
          <p:nvPr/>
        </p:nvPicPr>
        <p:blipFill rotWithShape="1">
          <a:blip r:embed="rId3">
            <a:alphaModFix/>
          </a:blip>
          <a:srcRect/>
          <a:stretch/>
        </p:blipFill>
        <p:spPr>
          <a:xfrm>
            <a:off x="676655" y="4629153"/>
            <a:ext cx="704113" cy="419115"/>
          </a:xfrm>
          <a:prstGeom prst="rect">
            <a:avLst/>
          </a:prstGeom>
          <a:noFill/>
          <a:ln>
            <a:noFill/>
          </a:ln>
        </p:spPr>
      </p:pic>
      <p:sp>
        <p:nvSpPr>
          <p:cNvPr id="588" name="Google Shape;588;p96"/>
          <p:cNvSpPr/>
          <p:nvPr/>
        </p:nvSpPr>
        <p:spPr>
          <a:xfrm>
            <a:off x="-1" y="-1"/>
            <a:ext cx="464629" cy="5144098"/>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89" name="Google Shape;589;p96"/>
          <p:cNvSpPr txBox="1">
            <a:spLocks noGrp="1"/>
          </p:cNvSpPr>
          <p:nvPr>
            <p:ph type="title"/>
          </p:nvPr>
        </p:nvSpPr>
        <p:spPr>
          <a:xfrm>
            <a:off x="941446" y="205978"/>
            <a:ext cx="7885057" cy="99417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3"/>
              </a:buClr>
              <a:buSzPts val="3600"/>
              <a:buFont typeface="Arial"/>
              <a:buNone/>
              <a:defRPr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590" name="Google Shape;590;p96"/>
          <p:cNvSpPr/>
          <p:nvPr/>
        </p:nvSpPr>
        <p:spPr>
          <a:xfrm>
            <a:off x="689434" y="4517571"/>
            <a:ext cx="8454571" cy="625929"/>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91" name="Google Shape;591;p96"/>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matchingName="Image with bullets">
  <p:cSld name="Image with bullets 6">
    <p:bg>
      <p:bgPr>
        <a:solidFill>
          <a:srgbClr val="2C2A29"/>
        </a:solidFill>
        <a:effectLst/>
      </p:bgPr>
    </p:bg>
    <p:spTree>
      <p:nvGrpSpPr>
        <p:cNvPr id="1" name="Shape 592"/>
        <p:cNvGrpSpPr/>
        <p:nvPr/>
      </p:nvGrpSpPr>
      <p:grpSpPr>
        <a:xfrm>
          <a:off x="0" y="0"/>
          <a:ext cx="0" cy="0"/>
          <a:chOff x="0" y="0"/>
          <a:chExt cx="0" cy="0"/>
        </a:xfrm>
      </p:grpSpPr>
      <p:sp>
        <p:nvSpPr>
          <p:cNvPr id="593" name="Google Shape;593;p97"/>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594" name="Google Shape;594;p97"/>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595" name="Google Shape;595;p97"/>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pic>
        <p:nvPicPr>
          <p:cNvPr id="596" name="Google Shape;596;p97" descr="FooterText_white.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597" name="Google Shape;597;p97" descr="bugs-02.png"/>
          <p:cNvPicPr preferRelativeResize="0"/>
          <p:nvPr/>
        </p:nvPicPr>
        <p:blipFill rotWithShape="1">
          <a:blip r:embed="rId3">
            <a:alphaModFix/>
          </a:blip>
          <a:srcRect/>
          <a:stretch/>
        </p:blipFill>
        <p:spPr>
          <a:xfrm>
            <a:off x="676655" y="4629153"/>
            <a:ext cx="704113" cy="419115"/>
          </a:xfrm>
          <a:prstGeom prst="rect">
            <a:avLst/>
          </a:prstGeom>
          <a:noFill/>
          <a:ln>
            <a:noFill/>
          </a:ln>
        </p:spPr>
      </p:pic>
      <p:sp>
        <p:nvSpPr>
          <p:cNvPr id="598" name="Google Shape;598;p97"/>
          <p:cNvSpPr/>
          <p:nvPr/>
        </p:nvSpPr>
        <p:spPr>
          <a:xfrm>
            <a:off x="-1" y="-1"/>
            <a:ext cx="464629" cy="5144098"/>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99" name="Google Shape;599;p97"/>
          <p:cNvSpPr/>
          <p:nvPr/>
        </p:nvSpPr>
        <p:spPr>
          <a:xfrm>
            <a:off x="5486400" y="0"/>
            <a:ext cx="3657600"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00" name="Google Shape;600;p97"/>
          <p:cNvSpPr/>
          <p:nvPr/>
        </p:nvSpPr>
        <p:spPr>
          <a:xfrm>
            <a:off x="452437" y="0"/>
            <a:ext cx="4992062"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01" name="Google Shape;601;p97"/>
          <p:cNvSpPr txBox="1">
            <a:spLocks noGrp="1"/>
          </p:cNvSpPr>
          <p:nvPr>
            <p:ph type="body" idx="1"/>
          </p:nvPr>
        </p:nvSpPr>
        <p:spPr>
          <a:xfrm>
            <a:off x="5626100" y="685803"/>
            <a:ext cx="3200400" cy="3880247"/>
          </a:xfrm>
          <a:prstGeom prst="rect">
            <a:avLst/>
          </a:prstGeom>
          <a:noFill/>
          <a:ln>
            <a:noFill/>
          </a:ln>
        </p:spPr>
        <p:txBody>
          <a:bodyPr spcFirstLastPara="1" wrap="square" lIns="0" tIns="0" rIns="0" bIns="0" anchor="t" anchorCtr="0">
            <a:noAutofit/>
          </a:bodyPr>
          <a:lstStyle>
            <a:lvl1pPr marL="457200" lvl="0" indent="-342900" algn="l">
              <a:lnSpc>
                <a:spcPct val="102000"/>
              </a:lnSpc>
              <a:spcBef>
                <a:spcPts val="1400"/>
              </a:spcBef>
              <a:spcAft>
                <a:spcPts val="0"/>
              </a:spcAft>
              <a:buClr>
                <a:srgbClr val="333F48"/>
              </a:buClr>
              <a:buSzPts val="1800"/>
              <a:buChar char="•"/>
              <a:defRPr/>
            </a:lvl1pPr>
            <a:lvl2pPr marL="914400" lvl="1" indent="-342900" algn="l">
              <a:lnSpc>
                <a:spcPct val="102000"/>
              </a:lnSpc>
              <a:spcBef>
                <a:spcPts val="1400"/>
              </a:spcBef>
              <a:spcAft>
                <a:spcPts val="0"/>
              </a:spcAft>
              <a:buClr>
                <a:srgbClr val="333F48"/>
              </a:buClr>
              <a:buSzPts val="1800"/>
              <a:buChar char="•"/>
              <a:defRPr/>
            </a:lvl2pPr>
            <a:lvl3pPr marL="1371600" lvl="2" indent="-342900" algn="l">
              <a:lnSpc>
                <a:spcPct val="102000"/>
              </a:lnSpc>
              <a:spcBef>
                <a:spcPts val="1400"/>
              </a:spcBef>
              <a:spcAft>
                <a:spcPts val="0"/>
              </a:spcAft>
              <a:buClr>
                <a:srgbClr val="333F48"/>
              </a:buClr>
              <a:buSzPts val="1800"/>
              <a:buChar char="•"/>
              <a:defRPr/>
            </a:lvl3pPr>
            <a:lvl4pPr marL="1828800" lvl="3" indent="-342900" algn="l">
              <a:lnSpc>
                <a:spcPct val="102000"/>
              </a:lnSpc>
              <a:spcBef>
                <a:spcPts val="1400"/>
              </a:spcBef>
              <a:spcAft>
                <a:spcPts val="0"/>
              </a:spcAft>
              <a:buClr>
                <a:srgbClr val="333F48"/>
              </a:buClr>
              <a:buSzPts val="1800"/>
              <a:buChar char="•"/>
              <a:defRPr/>
            </a:lvl4pPr>
            <a:lvl5pPr marL="2286000" lvl="4" indent="-228600" algn="l">
              <a:lnSpc>
                <a:spcPct val="102000"/>
              </a:lnSpc>
              <a:spcBef>
                <a:spcPts val="1400"/>
              </a:spcBef>
              <a:spcAft>
                <a:spcPts val="0"/>
              </a:spcAft>
              <a:buClr>
                <a:srgbClr val="333F48"/>
              </a:buClr>
              <a:buSzPts val="1800"/>
              <a:buNone/>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602" name="Google Shape;602;p97"/>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matchingName="Image - Large">
  <p:cSld name="Image - Large 6">
    <p:bg>
      <p:bgPr>
        <a:solidFill>
          <a:srgbClr val="2C2A29"/>
        </a:solidFill>
        <a:effectLst/>
      </p:bgPr>
    </p:bg>
    <p:spTree>
      <p:nvGrpSpPr>
        <p:cNvPr id="1" name="Shape 603"/>
        <p:cNvGrpSpPr/>
        <p:nvPr/>
      </p:nvGrpSpPr>
      <p:grpSpPr>
        <a:xfrm>
          <a:off x="0" y="0"/>
          <a:ext cx="0" cy="0"/>
          <a:chOff x="0" y="0"/>
          <a:chExt cx="0" cy="0"/>
        </a:xfrm>
      </p:grpSpPr>
      <p:sp>
        <p:nvSpPr>
          <p:cNvPr id="604" name="Google Shape;604;p98"/>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605" name="Google Shape;605;p98"/>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606" name="Google Shape;606;p98"/>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pic>
        <p:nvPicPr>
          <p:cNvPr id="607" name="Google Shape;607;p98" descr="FooterText_white.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608" name="Google Shape;608;p98" descr="bugs-02.png"/>
          <p:cNvPicPr preferRelativeResize="0"/>
          <p:nvPr/>
        </p:nvPicPr>
        <p:blipFill rotWithShape="1">
          <a:blip r:embed="rId3">
            <a:alphaModFix/>
          </a:blip>
          <a:srcRect/>
          <a:stretch/>
        </p:blipFill>
        <p:spPr>
          <a:xfrm>
            <a:off x="676655" y="4629153"/>
            <a:ext cx="704113" cy="419115"/>
          </a:xfrm>
          <a:prstGeom prst="rect">
            <a:avLst/>
          </a:prstGeom>
          <a:noFill/>
          <a:ln>
            <a:noFill/>
          </a:ln>
        </p:spPr>
      </p:pic>
      <p:sp>
        <p:nvSpPr>
          <p:cNvPr id="609" name="Google Shape;609;p98"/>
          <p:cNvSpPr/>
          <p:nvPr/>
        </p:nvSpPr>
        <p:spPr>
          <a:xfrm>
            <a:off x="-1" y="-1"/>
            <a:ext cx="464629" cy="5144098"/>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10" name="Google Shape;610;p98"/>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matchingName="Divider">
  <p:cSld name="Divider 6">
    <p:bg>
      <p:bgPr>
        <a:solidFill>
          <a:srgbClr val="2C2A29"/>
        </a:solidFill>
        <a:effectLst/>
      </p:bgPr>
    </p:bg>
    <p:spTree>
      <p:nvGrpSpPr>
        <p:cNvPr id="1" name="Shape 611"/>
        <p:cNvGrpSpPr/>
        <p:nvPr/>
      </p:nvGrpSpPr>
      <p:grpSpPr>
        <a:xfrm>
          <a:off x="0" y="0"/>
          <a:ext cx="0" cy="0"/>
          <a:chOff x="0" y="0"/>
          <a:chExt cx="0" cy="0"/>
        </a:xfrm>
      </p:grpSpPr>
      <p:sp>
        <p:nvSpPr>
          <p:cNvPr id="612" name="Google Shape;612;p99"/>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613" name="Google Shape;613;p99"/>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614" name="Google Shape;614;p99"/>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pic>
        <p:nvPicPr>
          <p:cNvPr id="615" name="Google Shape;615;p99" descr="FooterText_white.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616" name="Google Shape;616;p99" descr="bugs-02.png"/>
          <p:cNvPicPr preferRelativeResize="0"/>
          <p:nvPr/>
        </p:nvPicPr>
        <p:blipFill rotWithShape="1">
          <a:blip r:embed="rId3">
            <a:alphaModFix/>
          </a:blip>
          <a:srcRect/>
          <a:stretch/>
        </p:blipFill>
        <p:spPr>
          <a:xfrm>
            <a:off x="676655" y="4629153"/>
            <a:ext cx="704113" cy="419115"/>
          </a:xfrm>
          <a:prstGeom prst="rect">
            <a:avLst/>
          </a:prstGeom>
          <a:noFill/>
          <a:ln>
            <a:noFill/>
          </a:ln>
        </p:spPr>
      </p:pic>
      <p:sp>
        <p:nvSpPr>
          <p:cNvPr id="617" name="Google Shape;617;p99"/>
          <p:cNvSpPr/>
          <p:nvPr/>
        </p:nvSpPr>
        <p:spPr>
          <a:xfrm>
            <a:off x="-1" y="-1"/>
            <a:ext cx="464629" cy="5144098"/>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18" name="Google Shape;618;p99"/>
          <p:cNvSpPr/>
          <p:nvPr/>
        </p:nvSpPr>
        <p:spPr>
          <a:xfrm>
            <a:off x="-2" y="0"/>
            <a:ext cx="3652255"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19" name="Google Shape;619;p99"/>
          <p:cNvSpPr/>
          <p:nvPr/>
        </p:nvSpPr>
        <p:spPr>
          <a:xfrm>
            <a:off x="457204" y="0"/>
            <a:ext cx="3195054" cy="5143500"/>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20" name="Google Shape;620;p99"/>
          <p:cNvSpPr/>
          <p:nvPr/>
        </p:nvSpPr>
        <p:spPr>
          <a:xfrm>
            <a:off x="3652256" y="0"/>
            <a:ext cx="5488575"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21" name="Google Shape;621;p99"/>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4000"/>
              <a:buFont typeface="Arial"/>
              <a:buNone/>
              <a:defRPr sz="4000"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622" name="Google Shape;622;p99"/>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623" name="Google Shape;623;p99"/>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matchingName="Divider with Image">
  <p:cSld name="Divider with Image 6">
    <p:bg>
      <p:bgPr>
        <a:solidFill>
          <a:srgbClr val="2C2A29"/>
        </a:solidFill>
        <a:effectLst/>
      </p:bgPr>
    </p:bg>
    <p:spTree>
      <p:nvGrpSpPr>
        <p:cNvPr id="1" name="Shape 624"/>
        <p:cNvGrpSpPr/>
        <p:nvPr/>
      </p:nvGrpSpPr>
      <p:grpSpPr>
        <a:xfrm>
          <a:off x="0" y="0"/>
          <a:ext cx="0" cy="0"/>
          <a:chOff x="0" y="0"/>
          <a:chExt cx="0" cy="0"/>
        </a:xfrm>
      </p:grpSpPr>
      <p:sp>
        <p:nvSpPr>
          <p:cNvPr id="625" name="Google Shape;625;p100"/>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626" name="Google Shape;626;p100"/>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627" name="Google Shape;627;p100"/>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pic>
        <p:nvPicPr>
          <p:cNvPr id="628" name="Google Shape;628;p100" descr="FooterText_white.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629" name="Google Shape;629;p100" descr="bugs-02.png"/>
          <p:cNvPicPr preferRelativeResize="0"/>
          <p:nvPr/>
        </p:nvPicPr>
        <p:blipFill rotWithShape="1">
          <a:blip r:embed="rId3">
            <a:alphaModFix/>
          </a:blip>
          <a:srcRect/>
          <a:stretch/>
        </p:blipFill>
        <p:spPr>
          <a:xfrm>
            <a:off x="676655" y="4629153"/>
            <a:ext cx="704113" cy="419115"/>
          </a:xfrm>
          <a:prstGeom prst="rect">
            <a:avLst/>
          </a:prstGeom>
          <a:noFill/>
          <a:ln>
            <a:noFill/>
          </a:ln>
        </p:spPr>
      </p:pic>
      <p:sp>
        <p:nvSpPr>
          <p:cNvPr id="630" name="Google Shape;630;p100"/>
          <p:cNvSpPr/>
          <p:nvPr/>
        </p:nvSpPr>
        <p:spPr>
          <a:xfrm>
            <a:off x="-1" y="-1"/>
            <a:ext cx="464629" cy="5144098"/>
          </a:xfrm>
          <a:prstGeom prst="rect">
            <a:avLst/>
          </a:prstGeom>
          <a:solidFill>
            <a:srgbClr val="4B4A4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31" name="Google Shape;631;p100"/>
          <p:cNvSpPr/>
          <p:nvPr/>
        </p:nvSpPr>
        <p:spPr>
          <a:xfrm>
            <a:off x="-2" y="0"/>
            <a:ext cx="457203"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32" name="Google Shape;632;p100"/>
          <p:cNvSpPr/>
          <p:nvPr/>
        </p:nvSpPr>
        <p:spPr>
          <a:xfrm>
            <a:off x="3657600" y="0"/>
            <a:ext cx="5486400" cy="5143500"/>
          </a:xfrm>
          <a:prstGeom prst="rect">
            <a:avLst/>
          </a:prstGeom>
          <a:solidFill>
            <a:srgbClr val="2C2A29"/>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33" name="Google Shape;633;p100"/>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4000"/>
              <a:buFont typeface="Arial"/>
              <a:buNone/>
              <a:defRPr sz="4000"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634" name="Google Shape;634;p100"/>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635" name="Google Shape;635;p100"/>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matchingName="Title">
  <p:cSld name="Title 7">
    <p:bg>
      <p:bgPr>
        <a:solidFill>
          <a:schemeClr val="accent2"/>
        </a:solidFill>
        <a:effectLst/>
      </p:bgPr>
    </p:bg>
    <p:spTree>
      <p:nvGrpSpPr>
        <p:cNvPr id="1" name="Shape 636"/>
        <p:cNvGrpSpPr/>
        <p:nvPr/>
      </p:nvGrpSpPr>
      <p:grpSpPr>
        <a:xfrm>
          <a:off x="0" y="0"/>
          <a:ext cx="0" cy="0"/>
          <a:chOff x="0" y="0"/>
          <a:chExt cx="0" cy="0"/>
        </a:xfrm>
      </p:grpSpPr>
      <p:sp>
        <p:nvSpPr>
          <p:cNvPr id="637" name="Google Shape;637;p101"/>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638" name="Google Shape;638;p101"/>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639" name="Google Shape;639;p101"/>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sp>
        <p:nvSpPr>
          <p:cNvPr id="640" name="Google Shape;640;p101"/>
          <p:cNvSpPr/>
          <p:nvPr/>
        </p:nvSpPr>
        <p:spPr>
          <a:xfrm>
            <a:off x="0" y="-2"/>
            <a:ext cx="457200" cy="5143501"/>
          </a:xfrm>
          <a:prstGeom prst="rect">
            <a:avLst/>
          </a:prstGeom>
          <a:solidFill>
            <a:schemeClr val="accent2">
              <a:alpha val="81961"/>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641" name="Google Shape;641;p101" descr="bugs-03.png"/>
          <p:cNvPicPr preferRelativeResize="0"/>
          <p:nvPr/>
        </p:nvPicPr>
        <p:blipFill rotWithShape="1">
          <a:blip r:embed="rId2">
            <a:alphaModFix/>
          </a:blip>
          <a:srcRect/>
          <a:stretch/>
        </p:blipFill>
        <p:spPr>
          <a:xfrm>
            <a:off x="676655" y="4629153"/>
            <a:ext cx="704113" cy="419115"/>
          </a:xfrm>
          <a:prstGeom prst="rect">
            <a:avLst/>
          </a:prstGeom>
          <a:noFill/>
          <a:ln>
            <a:noFill/>
          </a:ln>
        </p:spPr>
      </p:pic>
      <p:pic>
        <p:nvPicPr>
          <p:cNvPr id="642" name="Google Shape;642;p101" descr="FooterText_white.png"/>
          <p:cNvPicPr preferRelativeResize="0"/>
          <p:nvPr/>
        </p:nvPicPr>
        <p:blipFill rotWithShape="1">
          <a:blip r:embed="rId3">
            <a:alphaModFix/>
          </a:blip>
          <a:srcRect/>
          <a:stretch/>
        </p:blipFill>
        <p:spPr>
          <a:xfrm>
            <a:off x="6375365" y="4805364"/>
            <a:ext cx="1561391" cy="114305"/>
          </a:xfrm>
          <a:prstGeom prst="rect">
            <a:avLst/>
          </a:prstGeom>
          <a:noFill/>
          <a:ln>
            <a:noFill/>
          </a:ln>
        </p:spPr>
      </p:pic>
      <p:pic>
        <p:nvPicPr>
          <p:cNvPr id="643" name="Google Shape;643;p101" descr="master_bg.png"/>
          <p:cNvPicPr preferRelativeResize="0"/>
          <p:nvPr/>
        </p:nvPicPr>
        <p:blipFill rotWithShape="1">
          <a:blip r:embed="rId4">
            <a:alphaModFix/>
          </a:blip>
          <a:srcRect/>
          <a:stretch/>
        </p:blipFill>
        <p:spPr>
          <a:xfrm>
            <a:off x="2260600" y="-19052"/>
            <a:ext cx="6883400" cy="5162553"/>
          </a:xfrm>
          <a:prstGeom prst="rect">
            <a:avLst/>
          </a:prstGeom>
          <a:noFill/>
          <a:ln>
            <a:noFill/>
          </a:ln>
        </p:spPr>
      </p:pic>
      <p:sp>
        <p:nvSpPr>
          <p:cNvPr id="644" name="Google Shape;644;p101"/>
          <p:cNvSpPr/>
          <p:nvPr/>
        </p:nvSpPr>
        <p:spPr>
          <a:xfrm>
            <a:off x="457199" y="0"/>
            <a:ext cx="5491750"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45" name="Google Shape;645;p101"/>
          <p:cNvSpPr txBox="1">
            <a:spLocks noGrp="1"/>
          </p:cNvSpPr>
          <p:nvPr>
            <p:ph type="title"/>
          </p:nvPr>
        </p:nvSpPr>
        <p:spPr>
          <a:xfrm>
            <a:off x="749808"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4000"/>
              <a:buFont typeface="Arial"/>
              <a:buNone/>
              <a:defRPr sz="4000"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646" name="Google Shape;646;p101"/>
          <p:cNvSpPr txBox="1">
            <a:spLocks noGrp="1"/>
          </p:cNvSpPr>
          <p:nvPr>
            <p:ph type="body" idx="1"/>
          </p:nvPr>
        </p:nvSpPr>
        <p:spPr>
          <a:xfrm>
            <a:off x="749808"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647" name="Google Shape;647;p101"/>
          <p:cNvSpPr/>
          <p:nvPr/>
        </p:nvSpPr>
        <p:spPr>
          <a:xfrm>
            <a:off x="0" y="0"/>
            <a:ext cx="457200" cy="5143500"/>
          </a:xfrm>
          <a:prstGeom prst="rect">
            <a:avLst/>
          </a:prstGeom>
          <a:solidFill>
            <a:schemeClr val="accent2">
              <a:alpha val="72941"/>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48" name="Google Shape;648;p101"/>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matchingName="Text">
  <p:cSld name="Text 3">
    <p:bg>
      <p:bgPr>
        <a:solidFill>
          <a:schemeClr val="accent2"/>
        </a:solidFill>
        <a:effectLst/>
      </p:bgPr>
    </p:bg>
    <p:spTree>
      <p:nvGrpSpPr>
        <p:cNvPr id="1" name="Shape 649"/>
        <p:cNvGrpSpPr/>
        <p:nvPr/>
      </p:nvGrpSpPr>
      <p:grpSpPr>
        <a:xfrm>
          <a:off x="0" y="0"/>
          <a:ext cx="0" cy="0"/>
          <a:chOff x="0" y="0"/>
          <a:chExt cx="0" cy="0"/>
        </a:xfrm>
      </p:grpSpPr>
      <p:sp>
        <p:nvSpPr>
          <p:cNvPr id="650" name="Google Shape;650;p102"/>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651" name="Google Shape;651;p102"/>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652" name="Google Shape;652;p102"/>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sp>
        <p:nvSpPr>
          <p:cNvPr id="653" name="Google Shape;653;p102"/>
          <p:cNvSpPr/>
          <p:nvPr/>
        </p:nvSpPr>
        <p:spPr>
          <a:xfrm>
            <a:off x="0" y="-2"/>
            <a:ext cx="457200" cy="5143501"/>
          </a:xfrm>
          <a:prstGeom prst="rect">
            <a:avLst/>
          </a:prstGeom>
          <a:solidFill>
            <a:schemeClr val="accent2">
              <a:alpha val="81961"/>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654" name="Google Shape;654;p102" descr="bugs-03.png"/>
          <p:cNvPicPr preferRelativeResize="0"/>
          <p:nvPr/>
        </p:nvPicPr>
        <p:blipFill rotWithShape="1">
          <a:blip r:embed="rId2">
            <a:alphaModFix/>
          </a:blip>
          <a:srcRect/>
          <a:stretch/>
        </p:blipFill>
        <p:spPr>
          <a:xfrm>
            <a:off x="676655" y="4629153"/>
            <a:ext cx="704113" cy="419115"/>
          </a:xfrm>
          <a:prstGeom prst="rect">
            <a:avLst/>
          </a:prstGeom>
          <a:noFill/>
          <a:ln>
            <a:noFill/>
          </a:ln>
        </p:spPr>
      </p:pic>
      <p:pic>
        <p:nvPicPr>
          <p:cNvPr id="655" name="Google Shape;655;p102" descr="FooterText_white.png"/>
          <p:cNvPicPr preferRelativeResize="0"/>
          <p:nvPr/>
        </p:nvPicPr>
        <p:blipFill rotWithShape="1">
          <a:blip r:embed="rId3">
            <a:alphaModFix/>
          </a:blip>
          <a:srcRect/>
          <a:stretch/>
        </p:blipFill>
        <p:spPr>
          <a:xfrm>
            <a:off x="6375365" y="4805364"/>
            <a:ext cx="1561391" cy="114305"/>
          </a:xfrm>
          <a:prstGeom prst="rect">
            <a:avLst/>
          </a:prstGeom>
          <a:noFill/>
          <a:ln>
            <a:noFill/>
          </a:ln>
        </p:spPr>
      </p:pic>
      <p:sp>
        <p:nvSpPr>
          <p:cNvPr id="656" name="Google Shape;656;p102"/>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3600"/>
              <a:buFont typeface="Arial"/>
              <a:buNone/>
              <a:defRPr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657" name="Google Shape;657;p102"/>
          <p:cNvSpPr txBox="1">
            <a:spLocks noGrp="1"/>
          </p:cNvSpPr>
          <p:nvPr>
            <p:ph type="body" idx="1"/>
          </p:nvPr>
        </p:nvSpPr>
        <p:spPr>
          <a:xfrm>
            <a:off x="941387" y="1200150"/>
            <a:ext cx="7885113" cy="3943350"/>
          </a:xfrm>
          <a:prstGeom prst="rect">
            <a:avLst/>
          </a:prstGeom>
          <a:noFill/>
          <a:ln>
            <a:noFill/>
          </a:ln>
        </p:spPr>
        <p:txBody>
          <a:bodyPr spcFirstLastPara="1" wrap="square" lIns="0" tIns="0" rIns="0" bIns="0" anchor="t" anchorCtr="0">
            <a:noAutofit/>
          </a:bodyPr>
          <a:lstStyle>
            <a:lvl1pPr marL="457200" lvl="0" indent="-396240" algn="l">
              <a:lnSpc>
                <a:spcPct val="102000"/>
              </a:lnSpc>
              <a:spcBef>
                <a:spcPts val="1400"/>
              </a:spcBef>
              <a:spcAft>
                <a:spcPts val="0"/>
              </a:spcAft>
              <a:buClr>
                <a:srgbClr val="FFFFFF"/>
              </a:buClr>
              <a:buSzPts val="2640"/>
              <a:buFont typeface="Arial"/>
              <a:buChar char="•"/>
              <a:defRPr>
                <a:solidFill>
                  <a:srgbClr val="FFFFFF"/>
                </a:solidFill>
              </a:defRPr>
            </a:lvl1pPr>
            <a:lvl2pPr marL="914400" lvl="1" indent="-411480" algn="l">
              <a:lnSpc>
                <a:spcPct val="102000"/>
              </a:lnSpc>
              <a:spcBef>
                <a:spcPts val="1400"/>
              </a:spcBef>
              <a:spcAft>
                <a:spcPts val="0"/>
              </a:spcAft>
              <a:buClr>
                <a:srgbClr val="FFFFFF"/>
              </a:buClr>
              <a:buSzPts val="2880"/>
              <a:buFont typeface="Arial"/>
              <a:buChar char="o"/>
              <a:defRPr>
                <a:solidFill>
                  <a:srgbClr val="FFFFFF"/>
                </a:solidFill>
              </a:defRPr>
            </a:lvl2pPr>
            <a:lvl3pPr marL="1371600" lvl="2" indent="-381000" algn="l">
              <a:lnSpc>
                <a:spcPct val="102000"/>
              </a:lnSpc>
              <a:spcBef>
                <a:spcPts val="1400"/>
              </a:spcBef>
              <a:spcAft>
                <a:spcPts val="0"/>
              </a:spcAft>
              <a:buClr>
                <a:srgbClr val="FFFFFF"/>
              </a:buClr>
              <a:buSzPts val="2400"/>
              <a:buFont typeface="Arial"/>
              <a:buChar char="•"/>
              <a:defRPr>
                <a:solidFill>
                  <a:srgbClr val="FFFFFF"/>
                </a:solidFill>
              </a:defRPr>
            </a:lvl3pPr>
            <a:lvl4pPr marL="1828800" lvl="3" indent="-396240" algn="l">
              <a:lnSpc>
                <a:spcPct val="102000"/>
              </a:lnSpc>
              <a:spcBef>
                <a:spcPts val="1400"/>
              </a:spcBef>
              <a:spcAft>
                <a:spcPts val="0"/>
              </a:spcAft>
              <a:buClr>
                <a:srgbClr val="FFFFFF"/>
              </a:buClr>
              <a:buSzPts val="2640"/>
              <a:buFont typeface="Arial"/>
              <a:buChar char="•"/>
              <a:defRPr>
                <a:solidFill>
                  <a:srgbClr val="FFFFFF"/>
                </a:solidFill>
              </a:defRPr>
            </a:lvl4pPr>
            <a:lvl5pPr marL="2286000" lvl="4" indent="-228600" algn="l">
              <a:lnSpc>
                <a:spcPct val="102000"/>
              </a:lnSpc>
              <a:spcBef>
                <a:spcPts val="1400"/>
              </a:spcBef>
              <a:spcAft>
                <a:spcPts val="0"/>
              </a:spcAft>
              <a:buClr>
                <a:srgbClr val="FFFFFF"/>
              </a:buClr>
              <a:buSzPts val="2400"/>
              <a:buFont typeface="Arial"/>
              <a:buNone/>
              <a:defRPr>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658" name="Google Shape;658;p102"/>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333F48"/>
              </a:solidFil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matchingName="Two content">
  <p:cSld name="Two content 8">
    <p:bg>
      <p:bgPr>
        <a:solidFill>
          <a:schemeClr val="accent2"/>
        </a:solidFill>
        <a:effectLst/>
      </p:bgPr>
    </p:bg>
    <p:spTree>
      <p:nvGrpSpPr>
        <p:cNvPr id="1" name="Shape 659"/>
        <p:cNvGrpSpPr/>
        <p:nvPr/>
      </p:nvGrpSpPr>
      <p:grpSpPr>
        <a:xfrm>
          <a:off x="0" y="0"/>
          <a:ext cx="0" cy="0"/>
          <a:chOff x="0" y="0"/>
          <a:chExt cx="0" cy="0"/>
        </a:xfrm>
      </p:grpSpPr>
      <p:sp>
        <p:nvSpPr>
          <p:cNvPr id="660" name="Google Shape;660;p103"/>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661" name="Google Shape;661;p10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662" name="Google Shape;662;p103"/>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sp>
        <p:nvSpPr>
          <p:cNvPr id="663" name="Google Shape;663;p103"/>
          <p:cNvSpPr/>
          <p:nvPr/>
        </p:nvSpPr>
        <p:spPr>
          <a:xfrm>
            <a:off x="0" y="-2"/>
            <a:ext cx="457200" cy="5143501"/>
          </a:xfrm>
          <a:prstGeom prst="rect">
            <a:avLst/>
          </a:prstGeom>
          <a:solidFill>
            <a:schemeClr val="accent2">
              <a:alpha val="81961"/>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664" name="Google Shape;664;p103" descr="bugs-03.png"/>
          <p:cNvPicPr preferRelativeResize="0"/>
          <p:nvPr/>
        </p:nvPicPr>
        <p:blipFill rotWithShape="1">
          <a:blip r:embed="rId2">
            <a:alphaModFix/>
          </a:blip>
          <a:srcRect/>
          <a:stretch/>
        </p:blipFill>
        <p:spPr>
          <a:xfrm>
            <a:off x="676655" y="4629153"/>
            <a:ext cx="704113" cy="419115"/>
          </a:xfrm>
          <a:prstGeom prst="rect">
            <a:avLst/>
          </a:prstGeom>
          <a:noFill/>
          <a:ln>
            <a:noFill/>
          </a:ln>
        </p:spPr>
      </p:pic>
      <p:pic>
        <p:nvPicPr>
          <p:cNvPr id="665" name="Google Shape;665;p103" descr="FooterText_white.png"/>
          <p:cNvPicPr preferRelativeResize="0"/>
          <p:nvPr/>
        </p:nvPicPr>
        <p:blipFill rotWithShape="1">
          <a:blip r:embed="rId3">
            <a:alphaModFix/>
          </a:blip>
          <a:srcRect/>
          <a:stretch/>
        </p:blipFill>
        <p:spPr>
          <a:xfrm>
            <a:off x="6375365" y="4805364"/>
            <a:ext cx="1561391" cy="114305"/>
          </a:xfrm>
          <a:prstGeom prst="rect">
            <a:avLst/>
          </a:prstGeom>
          <a:noFill/>
          <a:ln>
            <a:noFill/>
          </a:ln>
        </p:spPr>
      </p:pic>
      <p:sp>
        <p:nvSpPr>
          <p:cNvPr id="666" name="Google Shape;666;p103"/>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3600"/>
              <a:buFont typeface="Arial"/>
              <a:buNone/>
              <a:defRPr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667" name="Google Shape;667;p103"/>
          <p:cNvSpPr txBox="1">
            <a:spLocks noGrp="1"/>
          </p:cNvSpPr>
          <p:nvPr>
            <p:ph type="body" idx="1"/>
          </p:nvPr>
        </p:nvSpPr>
        <p:spPr>
          <a:xfrm>
            <a:off x="941443" y="1200150"/>
            <a:ext cx="3818297" cy="3943351"/>
          </a:xfrm>
          <a:prstGeom prst="rect">
            <a:avLst/>
          </a:prstGeom>
          <a:noFill/>
          <a:ln>
            <a:noFill/>
          </a:ln>
        </p:spPr>
        <p:txBody>
          <a:bodyPr spcFirstLastPara="1" wrap="square" lIns="0" tIns="0" rIns="0" bIns="0" anchor="t" anchorCtr="0">
            <a:noAutofit/>
          </a:bodyPr>
          <a:lstStyle>
            <a:lvl1pPr marL="457200" lvl="0" indent="-396240" algn="l">
              <a:lnSpc>
                <a:spcPct val="102000"/>
              </a:lnSpc>
              <a:spcBef>
                <a:spcPts val="1400"/>
              </a:spcBef>
              <a:spcAft>
                <a:spcPts val="0"/>
              </a:spcAft>
              <a:buClr>
                <a:srgbClr val="FFFFFF"/>
              </a:buClr>
              <a:buSzPts val="2640"/>
              <a:buFont typeface="Arial"/>
              <a:buChar char="•"/>
              <a:defRPr>
                <a:solidFill>
                  <a:srgbClr val="FFFFFF"/>
                </a:solidFill>
              </a:defRPr>
            </a:lvl1pPr>
            <a:lvl2pPr marL="914400" lvl="1" indent="-411480" algn="l">
              <a:lnSpc>
                <a:spcPct val="102000"/>
              </a:lnSpc>
              <a:spcBef>
                <a:spcPts val="1400"/>
              </a:spcBef>
              <a:spcAft>
                <a:spcPts val="0"/>
              </a:spcAft>
              <a:buClr>
                <a:srgbClr val="FFFFFF"/>
              </a:buClr>
              <a:buSzPts val="2880"/>
              <a:buFont typeface="Arial"/>
              <a:buChar char="o"/>
              <a:defRPr>
                <a:solidFill>
                  <a:srgbClr val="FFFFFF"/>
                </a:solidFill>
              </a:defRPr>
            </a:lvl2pPr>
            <a:lvl3pPr marL="1371600" lvl="2" indent="-381000" algn="l">
              <a:lnSpc>
                <a:spcPct val="102000"/>
              </a:lnSpc>
              <a:spcBef>
                <a:spcPts val="1400"/>
              </a:spcBef>
              <a:spcAft>
                <a:spcPts val="0"/>
              </a:spcAft>
              <a:buClr>
                <a:srgbClr val="FFFFFF"/>
              </a:buClr>
              <a:buSzPts val="2400"/>
              <a:buFont typeface="Arial"/>
              <a:buChar char="•"/>
              <a:defRPr>
                <a:solidFill>
                  <a:srgbClr val="FFFFFF"/>
                </a:solidFill>
              </a:defRPr>
            </a:lvl3pPr>
            <a:lvl4pPr marL="1828800" lvl="3" indent="-396240" algn="l">
              <a:lnSpc>
                <a:spcPct val="102000"/>
              </a:lnSpc>
              <a:spcBef>
                <a:spcPts val="1400"/>
              </a:spcBef>
              <a:spcAft>
                <a:spcPts val="0"/>
              </a:spcAft>
              <a:buClr>
                <a:srgbClr val="FFFFFF"/>
              </a:buClr>
              <a:buSzPts val="2640"/>
              <a:buFont typeface="Arial"/>
              <a:buChar char="•"/>
              <a:defRPr>
                <a:solidFill>
                  <a:srgbClr val="FFFFFF"/>
                </a:solidFill>
              </a:defRPr>
            </a:lvl4pPr>
            <a:lvl5pPr marL="2286000" lvl="4" indent="-228600" algn="l">
              <a:lnSpc>
                <a:spcPct val="102000"/>
              </a:lnSpc>
              <a:spcBef>
                <a:spcPts val="1400"/>
              </a:spcBef>
              <a:spcAft>
                <a:spcPts val="0"/>
              </a:spcAft>
              <a:buClr>
                <a:srgbClr val="FFFFFF"/>
              </a:buClr>
              <a:buSzPts val="2400"/>
              <a:buFont typeface="Arial"/>
              <a:buNone/>
              <a:defRPr>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668" name="Google Shape;668;p103"/>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333F48"/>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matchingName="Image with caption">
  <p:cSld name="Image with caption 8">
    <p:bg>
      <p:bgPr>
        <a:solidFill>
          <a:schemeClr val="accent2"/>
        </a:solidFill>
        <a:effectLst/>
      </p:bgPr>
    </p:bg>
    <p:spTree>
      <p:nvGrpSpPr>
        <p:cNvPr id="1" name="Shape 669"/>
        <p:cNvGrpSpPr/>
        <p:nvPr/>
      </p:nvGrpSpPr>
      <p:grpSpPr>
        <a:xfrm>
          <a:off x="0" y="0"/>
          <a:ext cx="0" cy="0"/>
          <a:chOff x="0" y="0"/>
          <a:chExt cx="0" cy="0"/>
        </a:xfrm>
      </p:grpSpPr>
      <p:sp>
        <p:nvSpPr>
          <p:cNvPr id="670" name="Google Shape;670;p104"/>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671" name="Google Shape;671;p10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672" name="Google Shape;672;p104"/>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sp>
        <p:nvSpPr>
          <p:cNvPr id="673" name="Google Shape;673;p104"/>
          <p:cNvSpPr/>
          <p:nvPr/>
        </p:nvSpPr>
        <p:spPr>
          <a:xfrm>
            <a:off x="0" y="-2"/>
            <a:ext cx="457200" cy="5143501"/>
          </a:xfrm>
          <a:prstGeom prst="rect">
            <a:avLst/>
          </a:prstGeom>
          <a:solidFill>
            <a:schemeClr val="accent2">
              <a:alpha val="81961"/>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674" name="Google Shape;674;p104" descr="bugs-03.png"/>
          <p:cNvPicPr preferRelativeResize="0"/>
          <p:nvPr/>
        </p:nvPicPr>
        <p:blipFill rotWithShape="1">
          <a:blip r:embed="rId2">
            <a:alphaModFix/>
          </a:blip>
          <a:srcRect/>
          <a:stretch/>
        </p:blipFill>
        <p:spPr>
          <a:xfrm>
            <a:off x="676655" y="4629153"/>
            <a:ext cx="704113" cy="419115"/>
          </a:xfrm>
          <a:prstGeom prst="rect">
            <a:avLst/>
          </a:prstGeom>
          <a:noFill/>
          <a:ln>
            <a:noFill/>
          </a:ln>
        </p:spPr>
      </p:pic>
      <p:pic>
        <p:nvPicPr>
          <p:cNvPr id="675" name="Google Shape;675;p104" descr="FooterText_white.png"/>
          <p:cNvPicPr preferRelativeResize="0"/>
          <p:nvPr/>
        </p:nvPicPr>
        <p:blipFill rotWithShape="1">
          <a:blip r:embed="rId3">
            <a:alphaModFix/>
          </a:blip>
          <a:srcRect/>
          <a:stretch/>
        </p:blipFill>
        <p:spPr>
          <a:xfrm>
            <a:off x="6375365" y="4805364"/>
            <a:ext cx="1561391" cy="114305"/>
          </a:xfrm>
          <a:prstGeom prst="rect">
            <a:avLst/>
          </a:prstGeom>
          <a:noFill/>
          <a:ln>
            <a:noFill/>
          </a:ln>
        </p:spPr>
      </p:pic>
      <p:sp>
        <p:nvSpPr>
          <p:cNvPr id="676" name="Google Shape;676;p104"/>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3600"/>
              <a:buFont typeface="Arial"/>
              <a:buNone/>
              <a:defRPr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677" name="Google Shape;677;p104"/>
          <p:cNvSpPr txBox="1">
            <a:spLocks noGrp="1"/>
          </p:cNvSpPr>
          <p:nvPr>
            <p:ph type="body" idx="1"/>
          </p:nvPr>
        </p:nvSpPr>
        <p:spPr>
          <a:xfrm>
            <a:off x="950916" y="4049317"/>
            <a:ext cx="3535364" cy="1094183"/>
          </a:xfrm>
          <a:prstGeom prst="rect">
            <a:avLst/>
          </a:prstGeom>
          <a:noFill/>
          <a:ln>
            <a:noFill/>
          </a:ln>
        </p:spPr>
        <p:txBody>
          <a:bodyPr spcFirstLastPara="1" wrap="square" lIns="0" tIns="0" rIns="0" bIns="0" anchor="t" anchorCtr="0">
            <a:noAutofit/>
          </a:bodyPr>
          <a:lstStyle>
            <a:lvl1pPr marL="457200" lvl="0" indent="-228600" algn="l">
              <a:lnSpc>
                <a:spcPct val="102000"/>
              </a:lnSpc>
              <a:spcBef>
                <a:spcPts val="1400"/>
              </a:spcBef>
              <a:spcAft>
                <a:spcPts val="0"/>
              </a:spcAft>
              <a:buClr>
                <a:srgbClr val="A2AAAD"/>
              </a:buClr>
              <a:buSzPts val="1400"/>
              <a:buFont typeface="Arial"/>
              <a:buNone/>
              <a:defRPr sz="1400">
                <a:solidFill>
                  <a:srgbClr val="A2AAAD"/>
                </a:solidFill>
              </a:defRPr>
            </a:lvl1pPr>
            <a:lvl2pPr marL="914400" lvl="1" indent="-335280" algn="l">
              <a:lnSpc>
                <a:spcPct val="102000"/>
              </a:lnSpc>
              <a:spcBef>
                <a:spcPts val="1400"/>
              </a:spcBef>
              <a:spcAft>
                <a:spcPts val="0"/>
              </a:spcAft>
              <a:buClr>
                <a:srgbClr val="A2AAAD"/>
              </a:buClr>
              <a:buSzPts val="1680"/>
              <a:buFont typeface="Arial"/>
              <a:buChar char="o"/>
              <a:defRPr sz="1400">
                <a:solidFill>
                  <a:srgbClr val="A2AAAD"/>
                </a:solidFill>
              </a:defRPr>
            </a:lvl2pPr>
            <a:lvl3pPr marL="1371600" lvl="2" indent="-317500" algn="l">
              <a:lnSpc>
                <a:spcPct val="102000"/>
              </a:lnSpc>
              <a:spcBef>
                <a:spcPts val="1400"/>
              </a:spcBef>
              <a:spcAft>
                <a:spcPts val="0"/>
              </a:spcAft>
              <a:buClr>
                <a:srgbClr val="A2AAAD"/>
              </a:buClr>
              <a:buSzPts val="1400"/>
              <a:buFont typeface="Arial"/>
              <a:buChar char="•"/>
              <a:defRPr sz="1400">
                <a:solidFill>
                  <a:srgbClr val="A2AAAD"/>
                </a:solidFill>
              </a:defRPr>
            </a:lvl3pPr>
            <a:lvl4pPr marL="1828800" lvl="3" indent="-326390" algn="l">
              <a:lnSpc>
                <a:spcPct val="102000"/>
              </a:lnSpc>
              <a:spcBef>
                <a:spcPts val="1400"/>
              </a:spcBef>
              <a:spcAft>
                <a:spcPts val="0"/>
              </a:spcAft>
              <a:buClr>
                <a:srgbClr val="A2AAAD"/>
              </a:buClr>
              <a:buSzPts val="1540"/>
              <a:buFont typeface="Arial"/>
              <a:buChar char="•"/>
              <a:defRPr sz="1400">
                <a:solidFill>
                  <a:srgbClr val="A2AAAD"/>
                </a:solidFill>
              </a:defRPr>
            </a:lvl4pPr>
            <a:lvl5pPr marL="2286000" lvl="4" indent="-228600" algn="l">
              <a:lnSpc>
                <a:spcPct val="102000"/>
              </a:lnSpc>
              <a:spcBef>
                <a:spcPts val="1400"/>
              </a:spcBef>
              <a:spcAft>
                <a:spcPts val="0"/>
              </a:spcAft>
              <a:buClr>
                <a:srgbClr val="A2AAAD"/>
              </a:buClr>
              <a:buSzPts val="1400"/>
              <a:buFont typeface="Arial"/>
              <a:buNone/>
              <a:defRPr sz="1400">
                <a:solidFill>
                  <a:srgbClr val="A2AAAD"/>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678" name="Google Shape;678;p104"/>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333F48"/>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matchingName="Title Only">
  <p:cSld name="Title Only 8">
    <p:bg>
      <p:bgPr>
        <a:solidFill>
          <a:schemeClr val="accent2"/>
        </a:solidFill>
        <a:effectLst/>
      </p:bgPr>
    </p:bg>
    <p:spTree>
      <p:nvGrpSpPr>
        <p:cNvPr id="1" name="Shape 679"/>
        <p:cNvGrpSpPr/>
        <p:nvPr/>
      </p:nvGrpSpPr>
      <p:grpSpPr>
        <a:xfrm>
          <a:off x="0" y="0"/>
          <a:ext cx="0" cy="0"/>
          <a:chOff x="0" y="0"/>
          <a:chExt cx="0" cy="0"/>
        </a:xfrm>
      </p:grpSpPr>
      <p:sp>
        <p:nvSpPr>
          <p:cNvPr id="680" name="Google Shape;680;p105"/>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681" name="Google Shape;681;p105"/>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682" name="Google Shape;682;p105"/>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sp>
        <p:nvSpPr>
          <p:cNvPr id="683" name="Google Shape;683;p105"/>
          <p:cNvSpPr/>
          <p:nvPr/>
        </p:nvSpPr>
        <p:spPr>
          <a:xfrm>
            <a:off x="0" y="-2"/>
            <a:ext cx="457200" cy="5143501"/>
          </a:xfrm>
          <a:prstGeom prst="rect">
            <a:avLst/>
          </a:prstGeom>
          <a:solidFill>
            <a:schemeClr val="accent2">
              <a:alpha val="81961"/>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684" name="Google Shape;684;p105" descr="bugs-03.png"/>
          <p:cNvPicPr preferRelativeResize="0"/>
          <p:nvPr/>
        </p:nvPicPr>
        <p:blipFill rotWithShape="1">
          <a:blip r:embed="rId2">
            <a:alphaModFix/>
          </a:blip>
          <a:srcRect/>
          <a:stretch/>
        </p:blipFill>
        <p:spPr>
          <a:xfrm>
            <a:off x="676655" y="4629153"/>
            <a:ext cx="704113" cy="419115"/>
          </a:xfrm>
          <a:prstGeom prst="rect">
            <a:avLst/>
          </a:prstGeom>
          <a:noFill/>
          <a:ln>
            <a:noFill/>
          </a:ln>
        </p:spPr>
      </p:pic>
      <p:pic>
        <p:nvPicPr>
          <p:cNvPr id="685" name="Google Shape;685;p105" descr="FooterText_white.png"/>
          <p:cNvPicPr preferRelativeResize="0"/>
          <p:nvPr/>
        </p:nvPicPr>
        <p:blipFill rotWithShape="1">
          <a:blip r:embed="rId3">
            <a:alphaModFix/>
          </a:blip>
          <a:srcRect/>
          <a:stretch/>
        </p:blipFill>
        <p:spPr>
          <a:xfrm>
            <a:off x="6375365" y="4805364"/>
            <a:ext cx="1561391" cy="114305"/>
          </a:xfrm>
          <a:prstGeom prst="rect">
            <a:avLst/>
          </a:prstGeom>
          <a:noFill/>
          <a:ln>
            <a:noFill/>
          </a:ln>
        </p:spPr>
      </p:pic>
      <p:sp>
        <p:nvSpPr>
          <p:cNvPr id="686" name="Google Shape;686;p105"/>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3600"/>
              <a:buFont typeface="Arial"/>
              <a:buNone/>
              <a:defRPr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687" name="Google Shape;687;p105"/>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333F48"/>
              </a:solidFil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matchingName="Title Only - No Footer">
  <p:cSld name="Title Only - No Footer 7">
    <p:bg>
      <p:bgPr>
        <a:solidFill>
          <a:schemeClr val="accent2"/>
        </a:solidFill>
        <a:effectLst/>
      </p:bgPr>
    </p:bg>
    <p:spTree>
      <p:nvGrpSpPr>
        <p:cNvPr id="1" name="Shape 688"/>
        <p:cNvGrpSpPr/>
        <p:nvPr/>
      </p:nvGrpSpPr>
      <p:grpSpPr>
        <a:xfrm>
          <a:off x="0" y="0"/>
          <a:ext cx="0" cy="0"/>
          <a:chOff x="0" y="0"/>
          <a:chExt cx="0" cy="0"/>
        </a:xfrm>
      </p:grpSpPr>
      <p:sp>
        <p:nvSpPr>
          <p:cNvPr id="689" name="Google Shape;689;p106"/>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690" name="Google Shape;690;p106"/>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691" name="Google Shape;691;p106"/>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sp>
        <p:nvSpPr>
          <p:cNvPr id="692" name="Google Shape;692;p106"/>
          <p:cNvSpPr/>
          <p:nvPr/>
        </p:nvSpPr>
        <p:spPr>
          <a:xfrm>
            <a:off x="0" y="-2"/>
            <a:ext cx="457200" cy="5143501"/>
          </a:xfrm>
          <a:prstGeom prst="rect">
            <a:avLst/>
          </a:prstGeom>
          <a:solidFill>
            <a:schemeClr val="accent2">
              <a:alpha val="81961"/>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693" name="Google Shape;693;p106" descr="bugs-03.png"/>
          <p:cNvPicPr preferRelativeResize="0"/>
          <p:nvPr/>
        </p:nvPicPr>
        <p:blipFill rotWithShape="1">
          <a:blip r:embed="rId2">
            <a:alphaModFix/>
          </a:blip>
          <a:srcRect/>
          <a:stretch/>
        </p:blipFill>
        <p:spPr>
          <a:xfrm>
            <a:off x="676655" y="4629153"/>
            <a:ext cx="704113" cy="419115"/>
          </a:xfrm>
          <a:prstGeom prst="rect">
            <a:avLst/>
          </a:prstGeom>
          <a:noFill/>
          <a:ln>
            <a:noFill/>
          </a:ln>
        </p:spPr>
      </p:pic>
      <p:pic>
        <p:nvPicPr>
          <p:cNvPr id="694" name="Google Shape;694;p106" descr="FooterText_white.png"/>
          <p:cNvPicPr preferRelativeResize="0"/>
          <p:nvPr/>
        </p:nvPicPr>
        <p:blipFill rotWithShape="1">
          <a:blip r:embed="rId3">
            <a:alphaModFix/>
          </a:blip>
          <a:srcRect/>
          <a:stretch/>
        </p:blipFill>
        <p:spPr>
          <a:xfrm>
            <a:off x="6375365" y="4805364"/>
            <a:ext cx="1561391" cy="114305"/>
          </a:xfrm>
          <a:prstGeom prst="rect">
            <a:avLst/>
          </a:prstGeom>
          <a:noFill/>
          <a:ln>
            <a:noFill/>
          </a:ln>
        </p:spPr>
      </p:pic>
      <p:sp>
        <p:nvSpPr>
          <p:cNvPr id="695" name="Google Shape;695;p106"/>
          <p:cNvSpPr txBox="1">
            <a:spLocks noGrp="1"/>
          </p:cNvSpPr>
          <p:nvPr>
            <p:ph type="title"/>
          </p:nvPr>
        </p:nvSpPr>
        <p:spPr>
          <a:xfrm>
            <a:off x="941446" y="205978"/>
            <a:ext cx="7885057" cy="99417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3"/>
              </a:buClr>
              <a:buSzPts val="3600"/>
              <a:buFont typeface="Arial"/>
              <a:buNone/>
              <a:defRPr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696" name="Google Shape;696;p106"/>
          <p:cNvSpPr/>
          <p:nvPr/>
        </p:nvSpPr>
        <p:spPr>
          <a:xfrm>
            <a:off x="689434" y="4517571"/>
            <a:ext cx="8454571" cy="625929"/>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97" name="Google Shape;697;p106"/>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matchingName="Image with bullets">
  <p:cSld name="Image with bullets 7">
    <p:bg>
      <p:bgPr>
        <a:solidFill>
          <a:schemeClr val="accent2"/>
        </a:solidFill>
        <a:effectLst/>
      </p:bgPr>
    </p:bg>
    <p:spTree>
      <p:nvGrpSpPr>
        <p:cNvPr id="1" name="Shape 698"/>
        <p:cNvGrpSpPr/>
        <p:nvPr/>
      </p:nvGrpSpPr>
      <p:grpSpPr>
        <a:xfrm>
          <a:off x="0" y="0"/>
          <a:ext cx="0" cy="0"/>
          <a:chOff x="0" y="0"/>
          <a:chExt cx="0" cy="0"/>
        </a:xfrm>
      </p:grpSpPr>
      <p:sp>
        <p:nvSpPr>
          <p:cNvPr id="699" name="Google Shape;699;p107"/>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700" name="Google Shape;700;p107"/>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701" name="Google Shape;701;p107"/>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sp>
        <p:nvSpPr>
          <p:cNvPr id="702" name="Google Shape;702;p107"/>
          <p:cNvSpPr/>
          <p:nvPr/>
        </p:nvSpPr>
        <p:spPr>
          <a:xfrm>
            <a:off x="0" y="-2"/>
            <a:ext cx="457200" cy="5143501"/>
          </a:xfrm>
          <a:prstGeom prst="rect">
            <a:avLst/>
          </a:prstGeom>
          <a:solidFill>
            <a:schemeClr val="accent2">
              <a:alpha val="81961"/>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703" name="Google Shape;703;p107" descr="bugs-03.png"/>
          <p:cNvPicPr preferRelativeResize="0"/>
          <p:nvPr/>
        </p:nvPicPr>
        <p:blipFill rotWithShape="1">
          <a:blip r:embed="rId2">
            <a:alphaModFix/>
          </a:blip>
          <a:srcRect/>
          <a:stretch/>
        </p:blipFill>
        <p:spPr>
          <a:xfrm>
            <a:off x="676655" y="4629153"/>
            <a:ext cx="704113" cy="419115"/>
          </a:xfrm>
          <a:prstGeom prst="rect">
            <a:avLst/>
          </a:prstGeom>
          <a:noFill/>
          <a:ln>
            <a:noFill/>
          </a:ln>
        </p:spPr>
      </p:pic>
      <p:pic>
        <p:nvPicPr>
          <p:cNvPr id="704" name="Google Shape;704;p107" descr="FooterText_white.png"/>
          <p:cNvPicPr preferRelativeResize="0"/>
          <p:nvPr/>
        </p:nvPicPr>
        <p:blipFill rotWithShape="1">
          <a:blip r:embed="rId3">
            <a:alphaModFix/>
          </a:blip>
          <a:srcRect/>
          <a:stretch/>
        </p:blipFill>
        <p:spPr>
          <a:xfrm>
            <a:off x="6375365" y="4805364"/>
            <a:ext cx="1561391" cy="114305"/>
          </a:xfrm>
          <a:prstGeom prst="rect">
            <a:avLst/>
          </a:prstGeom>
          <a:noFill/>
          <a:ln>
            <a:noFill/>
          </a:ln>
        </p:spPr>
      </p:pic>
      <p:sp>
        <p:nvSpPr>
          <p:cNvPr id="705" name="Google Shape;705;p107"/>
          <p:cNvSpPr/>
          <p:nvPr/>
        </p:nvSpPr>
        <p:spPr>
          <a:xfrm>
            <a:off x="5486400" y="0"/>
            <a:ext cx="3657600"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06" name="Google Shape;706;p107"/>
          <p:cNvSpPr/>
          <p:nvPr/>
        </p:nvSpPr>
        <p:spPr>
          <a:xfrm>
            <a:off x="443492" y="0"/>
            <a:ext cx="4992063"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07" name="Google Shape;707;p107"/>
          <p:cNvSpPr txBox="1">
            <a:spLocks noGrp="1"/>
          </p:cNvSpPr>
          <p:nvPr>
            <p:ph type="body" idx="1"/>
          </p:nvPr>
        </p:nvSpPr>
        <p:spPr>
          <a:xfrm>
            <a:off x="5791680" y="680647"/>
            <a:ext cx="3089854" cy="3967553"/>
          </a:xfrm>
          <a:prstGeom prst="rect">
            <a:avLst/>
          </a:prstGeom>
          <a:noFill/>
          <a:ln>
            <a:noFill/>
          </a:ln>
        </p:spPr>
        <p:txBody>
          <a:bodyPr spcFirstLastPara="1" wrap="square" lIns="0" tIns="0" rIns="0" bIns="0" anchor="t" anchorCtr="0">
            <a:noAutofit/>
          </a:bodyPr>
          <a:lstStyle>
            <a:lvl1pPr marL="457200" lvl="0" indent="-396240" algn="l">
              <a:lnSpc>
                <a:spcPct val="102000"/>
              </a:lnSpc>
              <a:spcBef>
                <a:spcPts val="1400"/>
              </a:spcBef>
              <a:spcAft>
                <a:spcPts val="0"/>
              </a:spcAft>
              <a:buClr>
                <a:srgbClr val="FFFFFF"/>
              </a:buClr>
              <a:buSzPts val="2640"/>
              <a:buFont typeface="Arial"/>
              <a:buChar char="•"/>
              <a:defRPr>
                <a:solidFill>
                  <a:srgbClr val="FFFFFF"/>
                </a:solidFill>
              </a:defRPr>
            </a:lvl1pPr>
            <a:lvl2pPr marL="914400" lvl="1" indent="-411480" algn="l">
              <a:lnSpc>
                <a:spcPct val="102000"/>
              </a:lnSpc>
              <a:spcBef>
                <a:spcPts val="1400"/>
              </a:spcBef>
              <a:spcAft>
                <a:spcPts val="0"/>
              </a:spcAft>
              <a:buClr>
                <a:srgbClr val="FFFFFF"/>
              </a:buClr>
              <a:buSzPts val="2880"/>
              <a:buFont typeface="Arial"/>
              <a:buChar char="o"/>
              <a:defRPr>
                <a:solidFill>
                  <a:srgbClr val="FFFFFF"/>
                </a:solidFill>
              </a:defRPr>
            </a:lvl2pPr>
            <a:lvl3pPr marL="1371600" lvl="2" indent="-381000" algn="l">
              <a:lnSpc>
                <a:spcPct val="102000"/>
              </a:lnSpc>
              <a:spcBef>
                <a:spcPts val="1400"/>
              </a:spcBef>
              <a:spcAft>
                <a:spcPts val="0"/>
              </a:spcAft>
              <a:buClr>
                <a:srgbClr val="FFFFFF"/>
              </a:buClr>
              <a:buSzPts val="2400"/>
              <a:buFont typeface="Arial"/>
              <a:buChar char="•"/>
              <a:defRPr>
                <a:solidFill>
                  <a:srgbClr val="FFFFFF"/>
                </a:solidFill>
              </a:defRPr>
            </a:lvl3pPr>
            <a:lvl4pPr marL="1828800" lvl="3" indent="-396240" algn="l">
              <a:lnSpc>
                <a:spcPct val="102000"/>
              </a:lnSpc>
              <a:spcBef>
                <a:spcPts val="1400"/>
              </a:spcBef>
              <a:spcAft>
                <a:spcPts val="0"/>
              </a:spcAft>
              <a:buClr>
                <a:srgbClr val="FFFFFF"/>
              </a:buClr>
              <a:buSzPts val="2640"/>
              <a:buFont typeface="Arial"/>
              <a:buChar char="•"/>
              <a:defRPr>
                <a:solidFill>
                  <a:srgbClr val="FFFFFF"/>
                </a:solidFill>
              </a:defRPr>
            </a:lvl4pPr>
            <a:lvl5pPr marL="2286000" lvl="4" indent="-228600" algn="l">
              <a:lnSpc>
                <a:spcPct val="102000"/>
              </a:lnSpc>
              <a:spcBef>
                <a:spcPts val="1400"/>
              </a:spcBef>
              <a:spcAft>
                <a:spcPts val="0"/>
              </a:spcAft>
              <a:buClr>
                <a:srgbClr val="FFFFFF"/>
              </a:buClr>
              <a:buSzPts val="2400"/>
              <a:buFont typeface="Arial"/>
              <a:buNone/>
              <a:defRPr>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708" name="Google Shape;708;p107"/>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matchingName="Image - Large">
  <p:cSld name="Image - Large 7">
    <p:bg>
      <p:bgPr>
        <a:solidFill>
          <a:schemeClr val="accent2"/>
        </a:solidFill>
        <a:effectLst/>
      </p:bgPr>
    </p:bg>
    <p:spTree>
      <p:nvGrpSpPr>
        <p:cNvPr id="1" name="Shape 709"/>
        <p:cNvGrpSpPr/>
        <p:nvPr/>
      </p:nvGrpSpPr>
      <p:grpSpPr>
        <a:xfrm>
          <a:off x="0" y="0"/>
          <a:ext cx="0" cy="0"/>
          <a:chOff x="0" y="0"/>
          <a:chExt cx="0" cy="0"/>
        </a:xfrm>
      </p:grpSpPr>
      <p:sp>
        <p:nvSpPr>
          <p:cNvPr id="710" name="Google Shape;710;p108"/>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711" name="Google Shape;711;p108"/>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712" name="Google Shape;712;p108"/>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sp>
        <p:nvSpPr>
          <p:cNvPr id="713" name="Google Shape;713;p108"/>
          <p:cNvSpPr/>
          <p:nvPr/>
        </p:nvSpPr>
        <p:spPr>
          <a:xfrm>
            <a:off x="0" y="-2"/>
            <a:ext cx="457200" cy="5143501"/>
          </a:xfrm>
          <a:prstGeom prst="rect">
            <a:avLst/>
          </a:prstGeom>
          <a:solidFill>
            <a:schemeClr val="accent2">
              <a:alpha val="81961"/>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714" name="Google Shape;714;p108" descr="bugs-03.png"/>
          <p:cNvPicPr preferRelativeResize="0"/>
          <p:nvPr/>
        </p:nvPicPr>
        <p:blipFill rotWithShape="1">
          <a:blip r:embed="rId2">
            <a:alphaModFix/>
          </a:blip>
          <a:srcRect/>
          <a:stretch/>
        </p:blipFill>
        <p:spPr>
          <a:xfrm>
            <a:off x="676655" y="4629153"/>
            <a:ext cx="704113" cy="419115"/>
          </a:xfrm>
          <a:prstGeom prst="rect">
            <a:avLst/>
          </a:prstGeom>
          <a:noFill/>
          <a:ln>
            <a:noFill/>
          </a:ln>
        </p:spPr>
      </p:pic>
      <p:pic>
        <p:nvPicPr>
          <p:cNvPr id="715" name="Google Shape;715;p108" descr="FooterText_white.png"/>
          <p:cNvPicPr preferRelativeResize="0"/>
          <p:nvPr/>
        </p:nvPicPr>
        <p:blipFill rotWithShape="1">
          <a:blip r:embed="rId3">
            <a:alphaModFix/>
          </a:blip>
          <a:srcRect/>
          <a:stretch/>
        </p:blipFill>
        <p:spPr>
          <a:xfrm>
            <a:off x="6375365" y="4805364"/>
            <a:ext cx="1561391" cy="114305"/>
          </a:xfrm>
          <a:prstGeom prst="rect">
            <a:avLst/>
          </a:prstGeom>
          <a:noFill/>
          <a:ln>
            <a:noFill/>
          </a:ln>
        </p:spPr>
      </p:pic>
      <p:sp>
        <p:nvSpPr>
          <p:cNvPr id="716" name="Google Shape;716;p108"/>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matchingName="Divider">
  <p:cSld name="Divider 7">
    <p:bg>
      <p:bgPr>
        <a:solidFill>
          <a:schemeClr val="accent2"/>
        </a:solidFill>
        <a:effectLst/>
      </p:bgPr>
    </p:bg>
    <p:spTree>
      <p:nvGrpSpPr>
        <p:cNvPr id="1" name="Shape 717"/>
        <p:cNvGrpSpPr/>
        <p:nvPr/>
      </p:nvGrpSpPr>
      <p:grpSpPr>
        <a:xfrm>
          <a:off x="0" y="0"/>
          <a:ext cx="0" cy="0"/>
          <a:chOff x="0" y="0"/>
          <a:chExt cx="0" cy="0"/>
        </a:xfrm>
      </p:grpSpPr>
      <p:sp>
        <p:nvSpPr>
          <p:cNvPr id="718" name="Google Shape;718;p109"/>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719" name="Google Shape;719;p109"/>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720" name="Google Shape;720;p109"/>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sp>
        <p:nvSpPr>
          <p:cNvPr id="721" name="Google Shape;721;p109"/>
          <p:cNvSpPr/>
          <p:nvPr/>
        </p:nvSpPr>
        <p:spPr>
          <a:xfrm>
            <a:off x="0" y="-2"/>
            <a:ext cx="457200" cy="5143501"/>
          </a:xfrm>
          <a:prstGeom prst="rect">
            <a:avLst/>
          </a:prstGeom>
          <a:solidFill>
            <a:schemeClr val="accent2">
              <a:alpha val="81961"/>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722" name="Google Shape;722;p109" descr="bugs-03.png"/>
          <p:cNvPicPr preferRelativeResize="0"/>
          <p:nvPr/>
        </p:nvPicPr>
        <p:blipFill rotWithShape="1">
          <a:blip r:embed="rId2">
            <a:alphaModFix/>
          </a:blip>
          <a:srcRect/>
          <a:stretch/>
        </p:blipFill>
        <p:spPr>
          <a:xfrm>
            <a:off x="676655" y="4629153"/>
            <a:ext cx="704113" cy="419115"/>
          </a:xfrm>
          <a:prstGeom prst="rect">
            <a:avLst/>
          </a:prstGeom>
          <a:noFill/>
          <a:ln>
            <a:noFill/>
          </a:ln>
        </p:spPr>
      </p:pic>
      <p:pic>
        <p:nvPicPr>
          <p:cNvPr id="723" name="Google Shape;723;p109" descr="FooterText_white.png"/>
          <p:cNvPicPr preferRelativeResize="0"/>
          <p:nvPr/>
        </p:nvPicPr>
        <p:blipFill rotWithShape="1">
          <a:blip r:embed="rId3">
            <a:alphaModFix/>
          </a:blip>
          <a:srcRect/>
          <a:stretch/>
        </p:blipFill>
        <p:spPr>
          <a:xfrm>
            <a:off x="6375365" y="4805364"/>
            <a:ext cx="1561391" cy="114305"/>
          </a:xfrm>
          <a:prstGeom prst="rect">
            <a:avLst/>
          </a:prstGeom>
          <a:noFill/>
          <a:ln>
            <a:noFill/>
          </a:ln>
        </p:spPr>
      </p:pic>
      <p:sp>
        <p:nvSpPr>
          <p:cNvPr id="724" name="Google Shape;724;p109"/>
          <p:cNvSpPr/>
          <p:nvPr/>
        </p:nvSpPr>
        <p:spPr>
          <a:xfrm>
            <a:off x="-2" y="0"/>
            <a:ext cx="3652255"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25" name="Google Shape;725;p109"/>
          <p:cNvSpPr/>
          <p:nvPr/>
        </p:nvSpPr>
        <p:spPr>
          <a:xfrm>
            <a:off x="457199" y="0"/>
            <a:ext cx="3195054" cy="5143500"/>
          </a:xfrm>
          <a:prstGeom prst="rect">
            <a:avLst/>
          </a:prstGeom>
          <a:solidFill>
            <a:schemeClr val="accent2">
              <a:alpha val="80000"/>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26" name="Google Shape;726;p109"/>
          <p:cNvSpPr/>
          <p:nvPr/>
        </p:nvSpPr>
        <p:spPr>
          <a:xfrm>
            <a:off x="3652256" y="0"/>
            <a:ext cx="5488575"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27" name="Google Shape;727;p109"/>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4000"/>
              <a:buFont typeface="Arial"/>
              <a:buNone/>
              <a:defRPr sz="4000"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28" name="Google Shape;728;p109"/>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729" name="Google Shape;729;p109"/>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matchingName="Divider with Image">
  <p:cSld name="Divider with Image 7">
    <p:bg>
      <p:bgPr>
        <a:solidFill>
          <a:schemeClr val="accent2"/>
        </a:solidFill>
        <a:effectLst/>
      </p:bgPr>
    </p:bg>
    <p:spTree>
      <p:nvGrpSpPr>
        <p:cNvPr id="1" name="Shape 730"/>
        <p:cNvGrpSpPr/>
        <p:nvPr/>
      </p:nvGrpSpPr>
      <p:grpSpPr>
        <a:xfrm>
          <a:off x="0" y="0"/>
          <a:ext cx="0" cy="0"/>
          <a:chOff x="0" y="0"/>
          <a:chExt cx="0" cy="0"/>
        </a:xfrm>
      </p:grpSpPr>
      <p:sp>
        <p:nvSpPr>
          <p:cNvPr id="731" name="Google Shape;731;p110"/>
          <p:cNvSpPr/>
          <p:nvPr/>
        </p:nvSpPr>
        <p:spPr>
          <a:xfrm>
            <a:off x="0" y="0"/>
            <a:ext cx="4572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732" name="Google Shape;732;p110"/>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733" name="Google Shape;733;p110"/>
          <p:cNvCxnSpPr/>
          <p:nvPr/>
        </p:nvCxnSpPr>
        <p:spPr>
          <a:xfrm flipH="1">
            <a:off x="8267702" y="4739878"/>
            <a:ext cx="1589" cy="404218"/>
          </a:xfrm>
          <a:prstGeom prst="straightConnector1">
            <a:avLst/>
          </a:prstGeom>
          <a:noFill/>
          <a:ln w="9525" cap="flat" cmpd="sng">
            <a:solidFill>
              <a:schemeClr val="accent3"/>
            </a:solidFill>
            <a:prstDash val="solid"/>
            <a:round/>
            <a:headEnd type="none" w="sm" len="sm"/>
            <a:tailEnd type="none" w="sm" len="sm"/>
          </a:ln>
        </p:spPr>
      </p:cxnSp>
      <p:sp>
        <p:nvSpPr>
          <p:cNvPr id="734" name="Google Shape;734;p110"/>
          <p:cNvSpPr/>
          <p:nvPr/>
        </p:nvSpPr>
        <p:spPr>
          <a:xfrm>
            <a:off x="0" y="-2"/>
            <a:ext cx="457200" cy="5143501"/>
          </a:xfrm>
          <a:prstGeom prst="rect">
            <a:avLst/>
          </a:prstGeom>
          <a:solidFill>
            <a:schemeClr val="accent2">
              <a:alpha val="81961"/>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735" name="Google Shape;735;p110" descr="bugs-03.png"/>
          <p:cNvPicPr preferRelativeResize="0"/>
          <p:nvPr/>
        </p:nvPicPr>
        <p:blipFill rotWithShape="1">
          <a:blip r:embed="rId2">
            <a:alphaModFix/>
          </a:blip>
          <a:srcRect/>
          <a:stretch/>
        </p:blipFill>
        <p:spPr>
          <a:xfrm>
            <a:off x="676655" y="4629153"/>
            <a:ext cx="704113" cy="419115"/>
          </a:xfrm>
          <a:prstGeom prst="rect">
            <a:avLst/>
          </a:prstGeom>
          <a:noFill/>
          <a:ln>
            <a:noFill/>
          </a:ln>
        </p:spPr>
      </p:pic>
      <p:pic>
        <p:nvPicPr>
          <p:cNvPr id="736" name="Google Shape;736;p110" descr="FooterText_white.png"/>
          <p:cNvPicPr preferRelativeResize="0"/>
          <p:nvPr/>
        </p:nvPicPr>
        <p:blipFill rotWithShape="1">
          <a:blip r:embed="rId3">
            <a:alphaModFix/>
          </a:blip>
          <a:srcRect/>
          <a:stretch/>
        </p:blipFill>
        <p:spPr>
          <a:xfrm>
            <a:off x="6375365" y="4805364"/>
            <a:ext cx="1561391" cy="114305"/>
          </a:xfrm>
          <a:prstGeom prst="rect">
            <a:avLst/>
          </a:prstGeom>
          <a:noFill/>
          <a:ln>
            <a:noFill/>
          </a:ln>
        </p:spPr>
      </p:pic>
      <p:sp>
        <p:nvSpPr>
          <p:cNvPr id="737" name="Google Shape;737;p110"/>
          <p:cNvSpPr/>
          <p:nvPr/>
        </p:nvSpPr>
        <p:spPr>
          <a:xfrm>
            <a:off x="-2" y="0"/>
            <a:ext cx="457203"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38" name="Google Shape;738;p110"/>
          <p:cNvSpPr/>
          <p:nvPr/>
        </p:nvSpPr>
        <p:spPr>
          <a:xfrm>
            <a:off x="3657600" y="0"/>
            <a:ext cx="5486400"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39" name="Google Shape;739;p110"/>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3"/>
              </a:buClr>
              <a:buSzPts val="4000"/>
              <a:buFont typeface="Arial"/>
              <a:buNone/>
              <a:defRPr sz="4000" b="1">
                <a:solidFill>
                  <a:schemeClr val="accent3"/>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40" name="Google Shape;740;p110"/>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lvl1pPr marL="457200" lvl="0" indent="-228600" algn="l">
              <a:lnSpc>
                <a:spcPct val="102000"/>
              </a:lnSpc>
              <a:spcBef>
                <a:spcPts val="1400"/>
              </a:spcBef>
              <a:spcAft>
                <a:spcPts val="0"/>
              </a:spcAft>
              <a:buClr>
                <a:srgbClr val="FFFFFF"/>
              </a:buClr>
              <a:buSzPts val="1800"/>
              <a:buFont typeface="Arial"/>
              <a:buNone/>
              <a:defRPr sz="1800">
                <a:solidFill>
                  <a:srgbClr val="FFFFFF"/>
                </a:solidFill>
              </a:defRPr>
            </a:lvl1pPr>
            <a:lvl2pPr marL="914400" lvl="1" indent="-228600" algn="l">
              <a:lnSpc>
                <a:spcPct val="102000"/>
              </a:lnSpc>
              <a:spcBef>
                <a:spcPts val="1400"/>
              </a:spcBef>
              <a:spcAft>
                <a:spcPts val="0"/>
              </a:spcAft>
              <a:buClr>
                <a:srgbClr val="FFFFFF"/>
              </a:buClr>
              <a:buSzPts val="1800"/>
              <a:buFont typeface="Arial"/>
              <a:buNone/>
              <a:defRPr sz="1800">
                <a:solidFill>
                  <a:srgbClr val="FFFFFF"/>
                </a:solidFill>
              </a:defRPr>
            </a:lvl2pPr>
            <a:lvl3pPr marL="1371600" lvl="2" indent="-228600" algn="l">
              <a:lnSpc>
                <a:spcPct val="102000"/>
              </a:lnSpc>
              <a:spcBef>
                <a:spcPts val="1400"/>
              </a:spcBef>
              <a:spcAft>
                <a:spcPts val="0"/>
              </a:spcAft>
              <a:buClr>
                <a:srgbClr val="FFFFFF"/>
              </a:buClr>
              <a:buSzPts val="1800"/>
              <a:buFont typeface="Arial"/>
              <a:buNone/>
              <a:defRPr sz="1800">
                <a:solidFill>
                  <a:srgbClr val="FFFFFF"/>
                </a:solidFill>
              </a:defRPr>
            </a:lvl3pPr>
            <a:lvl4pPr marL="1828800" lvl="3" indent="-228600" algn="l">
              <a:lnSpc>
                <a:spcPct val="102000"/>
              </a:lnSpc>
              <a:spcBef>
                <a:spcPts val="1400"/>
              </a:spcBef>
              <a:spcAft>
                <a:spcPts val="0"/>
              </a:spcAft>
              <a:buClr>
                <a:srgbClr val="FFFFFF"/>
              </a:buClr>
              <a:buSzPts val="1800"/>
              <a:buFont typeface="Arial"/>
              <a:buNone/>
              <a:defRPr sz="1800">
                <a:solidFill>
                  <a:srgbClr val="FFFFFF"/>
                </a:solidFill>
              </a:defRPr>
            </a:lvl4pPr>
            <a:lvl5pPr marL="2286000" lvl="4" indent="-228600" algn="l">
              <a:lnSpc>
                <a:spcPct val="102000"/>
              </a:lnSpc>
              <a:spcBef>
                <a:spcPts val="1400"/>
              </a:spcBef>
              <a:spcAft>
                <a:spcPts val="0"/>
              </a:spcAft>
              <a:buClr>
                <a:srgbClr val="FFFFFF"/>
              </a:buClr>
              <a:buSzPts val="1800"/>
              <a:buFont typeface="Arial"/>
              <a:buNone/>
              <a:defRPr sz="1800">
                <a:solidFill>
                  <a:srgbClr val="FFFFFF"/>
                </a:solidFil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741" name="Google Shape;741;p110"/>
          <p:cNvSpPr txBox="1">
            <a:spLocks noGrp="1"/>
          </p:cNvSpPr>
          <p:nvPr>
            <p:ph type="sldNum" idx="12"/>
          </p:nvPr>
        </p:nvSpPr>
        <p:spPr>
          <a:xfrm>
            <a:off x="6553200" y="4627562"/>
            <a:ext cx="2133600" cy="2794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matchingName="Title &amp; Subtitle">
  <p:cSld name="Title &amp; Subtitle">
    <p:spTree>
      <p:nvGrpSpPr>
        <p:cNvPr id="1" name="Shape 742"/>
        <p:cNvGrpSpPr/>
        <p:nvPr/>
      </p:nvGrpSpPr>
      <p:grpSpPr>
        <a:xfrm>
          <a:off x="0" y="0"/>
          <a:ext cx="0" cy="0"/>
          <a:chOff x="0" y="0"/>
          <a:chExt cx="0" cy="0"/>
        </a:xfrm>
      </p:grpSpPr>
      <p:sp>
        <p:nvSpPr>
          <p:cNvPr id="743" name="Google Shape;743;p111"/>
          <p:cNvSpPr txBox="1">
            <a:spLocks noGrp="1"/>
          </p:cNvSpPr>
          <p:nvPr>
            <p:ph type="title"/>
          </p:nvPr>
        </p:nvSpPr>
        <p:spPr>
          <a:xfrm>
            <a:off x="1812726" y="863947"/>
            <a:ext cx="5518548" cy="1741290"/>
          </a:xfrm>
          <a:prstGeom prst="rect">
            <a:avLst/>
          </a:prstGeom>
          <a:noFill/>
          <a:ln>
            <a:noFill/>
          </a:ln>
        </p:spPr>
        <p:txBody>
          <a:bodyPr spcFirstLastPara="1" wrap="square" lIns="26775" tIns="26775" rIns="26775" bIns="26775" anchor="b" anchorCtr="0">
            <a:noAutofit/>
          </a:bodyPr>
          <a:lstStyle>
            <a:lvl1pPr lvl="0" algn="ctr">
              <a:lnSpc>
                <a:spcPct val="100000"/>
              </a:lnSpc>
              <a:spcBef>
                <a:spcPts val="0"/>
              </a:spcBef>
              <a:spcAft>
                <a:spcPts val="0"/>
              </a:spcAft>
              <a:buClr>
                <a:srgbClr val="606060"/>
              </a:buClr>
              <a:buSzPts val="4400"/>
              <a:buFont typeface="Arial"/>
              <a:buNone/>
              <a:defRPr sz="4400">
                <a:solidFill>
                  <a:srgbClr val="606060"/>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44" name="Google Shape;744;p111"/>
          <p:cNvSpPr txBox="1">
            <a:spLocks noGrp="1"/>
          </p:cNvSpPr>
          <p:nvPr>
            <p:ph type="body" idx="1"/>
          </p:nvPr>
        </p:nvSpPr>
        <p:spPr>
          <a:xfrm>
            <a:off x="1812726" y="2652117"/>
            <a:ext cx="5518548" cy="596057"/>
          </a:xfrm>
          <a:prstGeom prst="rect">
            <a:avLst/>
          </a:prstGeom>
          <a:noFill/>
          <a:ln>
            <a:noFill/>
          </a:ln>
        </p:spPr>
        <p:txBody>
          <a:bodyPr spcFirstLastPara="1" wrap="square" lIns="26775" tIns="26775" rIns="26775" bIns="26775" anchor="t" anchorCtr="0">
            <a:noAutofit/>
          </a:bodyPr>
          <a:lstStyle>
            <a:lvl1pPr marL="457200" lvl="0" indent="-228600" algn="ct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1pPr>
            <a:lvl2pPr marL="914400" lvl="1" indent="-228600" algn="ct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2pPr>
            <a:lvl3pPr marL="1371600" lvl="2" indent="-228600" algn="ctr">
              <a:lnSpc>
                <a:spcPct val="100000"/>
              </a:lnSpc>
              <a:spcBef>
                <a:spcPts val="0"/>
              </a:spcBef>
              <a:spcAft>
                <a:spcPts val="0"/>
              </a:spcAft>
              <a:buClr>
                <a:srgbClr val="000000"/>
              </a:buClr>
              <a:buSzPts val="1800"/>
              <a:buFont typeface="Arial"/>
              <a:buNone/>
              <a:defRPr sz="1800">
                <a:solidFill>
                  <a:srgbClr val="000000"/>
                </a:solidFill>
                <a:latin typeface="Arial"/>
                <a:ea typeface="Arial"/>
                <a:cs typeface="Arial"/>
                <a:sym typeface="Arial"/>
              </a:defRPr>
            </a:lvl3pPr>
            <a:lvl4pPr marL="1828800" lvl="3" indent="-228600" algn="ctr">
              <a:lnSpc>
                <a:spcPct val="100000"/>
              </a:lnSpc>
              <a:spcBef>
                <a:spcPts val="0"/>
              </a:spcBef>
              <a:spcAft>
                <a:spcPts val="0"/>
              </a:spcAft>
              <a:buClr>
                <a:srgbClr val="000000"/>
              </a:buClr>
              <a:buSzPts val="1800"/>
              <a:buFont typeface="Arial"/>
              <a:buNone/>
              <a:defRPr sz="1800">
                <a:solidFill>
                  <a:srgbClr val="000000"/>
                </a:solidFill>
                <a:latin typeface="Arial"/>
                <a:ea typeface="Arial"/>
                <a:cs typeface="Arial"/>
                <a:sym typeface="Arial"/>
              </a:defRPr>
            </a:lvl4pPr>
            <a:lvl5pPr marL="2286000" lvl="4" indent="-228600" algn="ctr">
              <a:lnSpc>
                <a:spcPct val="100000"/>
              </a:lnSpc>
              <a:spcBef>
                <a:spcPts val="0"/>
              </a:spcBef>
              <a:spcAft>
                <a:spcPts val="0"/>
              </a:spcAft>
              <a:buClr>
                <a:srgbClr val="000000"/>
              </a:buClr>
              <a:buSzPts val="1800"/>
              <a:buFont typeface="Arial"/>
              <a:buNone/>
              <a:defRPr sz="1800">
                <a:solidFill>
                  <a:srgbClr val="000000"/>
                </a:solidFill>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745" name="Google Shape;745;p111"/>
          <p:cNvSpPr txBox="1">
            <a:spLocks noGrp="1"/>
          </p:cNvSpPr>
          <p:nvPr>
            <p:ph type="sldNum" idx="12"/>
          </p:nvPr>
        </p:nvSpPr>
        <p:spPr>
          <a:xfrm>
            <a:off x="4478362" y="4882306"/>
            <a:ext cx="180579" cy="180579"/>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000">
              <a:solidFill>
                <a:srgbClr val="333F48"/>
              </a:solidFill>
              <a:latin typeface="Arial"/>
              <a:ea typeface="Arial"/>
              <a:cs typeface="Arial"/>
              <a:sym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matchingName="Title - Top">
  <p:cSld name="Title - Top">
    <p:spTree>
      <p:nvGrpSpPr>
        <p:cNvPr id="1" name="Shape 746"/>
        <p:cNvGrpSpPr/>
        <p:nvPr/>
      </p:nvGrpSpPr>
      <p:grpSpPr>
        <a:xfrm>
          <a:off x="0" y="0"/>
          <a:ext cx="0" cy="0"/>
          <a:chOff x="0" y="0"/>
          <a:chExt cx="0" cy="0"/>
        </a:xfrm>
      </p:grpSpPr>
      <p:sp>
        <p:nvSpPr>
          <p:cNvPr id="747" name="Google Shape;747;p112"/>
          <p:cNvSpPr txBox="1">
            <a:spLocks noGrp="1"/>
          </p:cNvSpPr>
          <p:nvPr>
            <p:ph type="title"/>
          </p:nvPr>
        </p:nvSpPr>
        <p:spPr>
          <a:xfrm>
            <a:off x="1812726" y="133945"/>
            <a:ext cx="5518548" cy="709911"/>
          </a:xfrm>
          <a:prstGeom prst="rect">
            <a:avLst/>
          </a:prstGeom>
          <a:noFill/>
          <a:ln>
            <a:noFill/>
          </a:ln>
        </p:spPr>
        <p:txBody>
          <a:bodyPr spcFirstLastPara="1" wrap="square" lIns="26775" tIns="26775" rIns="26775" bIns="26775" anchor="ctr" anchorCtr="0">
            <a:noAutofit/>
          </a:bodyPr>
          <a:lstStyle>
            <a:lvl1pPr lvl="0" algn="ctr">
              <a:lnSpc>
                <a:spcPct val="100000"/>
              </a:lnSpc>
              <a:spcBef>
                <a:spcPts val="0"/>
              </a:spcBef>
              <a:spcAft>
                <a:spcPts val="0"/>
              </a:spcAft>
              <a:buClr>
                <a:srgbClr val="000000"/>
              </a:buClr>
              <a:buSzPts val="3000"/>
              <a:buFont typeface="Arial"/>
              <a:buNone/>
              <a:defRPr sz="3000">
                <a:solidFill>
                  <a:srgbClr val="000000"/>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48" name="Google Shape;748;p112"/>
          <p:cNvSpPr txBox="1">
            <a:spLocks noGrp="1"/>
          </p:cNvSpPr>
          <p:nvPr>
            <p:ph type="sldNum" idx="12"/>
          </p:nvPr>
        </p:nvSpPr>
        <p:spPr>
          <a:xfrm>
            <a:off x="4478362" y="4882306"/>
            <a:ext cx="180579" cy="180579"/>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000">
              <a:solidFill>
                <a:srgbClr val="333F48"/>
              </a:solidFill>
              <a:latin typeface="Arial"/>
              <a:ea typeface="Arial"/>
              <a:cs typeface="Arial"/>
              <a:sym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749"/>
        <p:cNvGrpSpPr/>
        <p:nvPr/>
      </p:nvGrpSpPr>
      <p:grpSpPr>
        <a:xfrm>
          <a:off x="0" y="0"/>
          <a:ext cx="0" cy="0"/>
          <a:chOff x="0" y="0"/>
          <a:chExt cx="0" cy="0"/>
        </a:xfrm>
      </p:grpSpPr>
      <p:sp>
        <p:nvSpPr>
          <p:cNvPr id="750" name="Google Shape;750;p113"/>
          <p:cNvSpPr txBox="1">
            <a:spLocks noGrp="1"/>
          </p:cNvSpPr>
          <p:nvPr>
            <p:ph type="sldNum" idx="12"/>
          </p:nvPr>
        </p:nvSpPr>
        <p:spPr>
          <a:xfrm>
            <a:off x="4478362" y="4882306"/>
            <a:ext cx="180579" cy="180579"/>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000">
              <a:solidFill>
                <a:srgbClr val="333F48"/>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matchingName="Title &amp; Bullets">
  <p:cSld name="Title &amp; Bullets">
    <p:spTree>
      <p:nvGrpSpPr>
        <p:cNvPr id="1" name="Shape 751"/>
        <p:cNvGrpSpPr/>
        <p:nvPr/>
      </p:nvGrpSpPr>
      <p:grpSpPr>
        <a:xfrm>
          <a:off x="0" y="0"/>
          <a:ext cx="0" cy="0"/>
          <a:chOff x="0" y="0"/>
          <a:chExt cx="0" cy="0"/>
        </a:xfrm>
      </p:grpSpPr>
      <p:sp>
        <p:nvSpPr>
          <p:cNvPr id="752" name="Google Shape;752;p114"/>
          <p:cNvSpPr txBox="1">
            <a:spLocks noGrp="1"/>
          </p:cNvSpPr>
          <p:nvPr>
            <p:ph type="title"/>
          </p:nvPr>
        </p:nvSpPr>
        <p:spPr>
          <a:xfrm>
            <a:off x="1812726" y="133945"/>
            <a:ext cx="5518548" cy="636241"/>
          </a:xfrm>
          <a:prstGeom prst="rect">
            <a:avLst/>
          </a:prstGeom>
          <a:noFill/>
          <a:ln>
            <a:noFill/>
          </a:ln>
        </p:spPr>
        <p:txBody>
          <a:bodyPr spcFirstLastPara="1" wrap="square" lIns="26775" tIns="26775" rIns="26775" bIns="26775" anchor="ctr" anchorCtr="0">
            <a:noAutofit/>
          </a:bodyPr>
          <a:lstStyle>
            <a:lvl1pPr lvl="0" algn="ctr">
              <a:lnSpc>
                <a:spcPct val="100000"/>
              </a:lnSpc>
              <a:spcBef>
                <a:spcPts val="0"/>
              </a:spcBef>
              <a:spcAft>
                <a:spcPts val="0"/>
              </a:spcAft>
              <a:buClr>
                <a:srgbClr val="000000"/>
              </a:buClr>
              <a:buSzPts val="3600"/>
              <a:buFont typeface="Arial"/>
              <a:buNone/>
              <a:defRPr>
                <a:solidFill>
                  <a:srgbClr val="000000"/>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53" name="Google Shape;753;p114"/>
          <p:cNvSpPr txBox="1">
            <a:spLocks noGrp="1"/>
          </p:cNvSpPr>
          <p:nvPr>
            <p:ph type="body" idx="1"/>
          </p:nvPr>
        </p:nvSpPr>
        <p:spPr>
          <a:xfrm>
            <a:off x="1812726" y="1024681"/>
            <a:ext cx="5518548" cy="3449093"/>
          </a:xfrm>
          <a:prstGeom prst="rect">
            <a:avLst/>
          </a:prstGeom>
          <a:noFill/>
          <a:ln>
            <a:noFill/>
          </a:ln>
        </p:spPr>
        <p:txBody>
          <a:bodyPr spcFirstLastPara="1" wrap="square" lIns="26775" tIns="26775" rIns="26775" bIns="26775" anchor="ctr" anchorCtr="0">
            <a:noAutofit/>
          </a:bodyPr>
          <a:lstStyle>
            <a:lvl1pPr marL="457200" lvl="0" indent="-342900" algn="l">
              <a:lnSpc>
                <a:spcPct val="100000"/>
              </a:lnSpc>
              <a:spcBef>
                <a:spcPts val="2400"/>
              </a:spcBef>
              <a:spcAft>
                <a:spcPts val="0"/>
              </a:spcAft>
              <a:buClr>
                <a:srgbClr val="444444"/>
              </a:buClr>
              <a:buSzPts val="1800"/>
              <a:buFont typeface="Arial"/>
              <a:buChar char="•"/>
              <a:defRPr sz="1800">
                <a:solidFill>
                  <a:srgbClr val="444444"/>
                </a:solidFill>
                <a:latin typeface="Arial"/>
                <a:ea typeface="Arial"/>
                <a:cs typeface="Arial"/>
                <a:sym typeface="Arial"/>
              </a:defRPr>
            </a:lvl1pPr>
            <a:lvl2pPr marL="914400" lvl="1" indent="-342900" algn="l">
              <a:lnSpc>
                <a:spcPct val="100000"/>
              </a:lnSpc>
              <a:spcBef>
                <a:spcPts val="2400"/>
              </a:spcBef>
              <a:spcAft>
                <a:spcPts val="0"/>
              </a:spcAft>
              <a:buClr>
                <a:srgbClr val="444444"/>
              </a:buClr>
              <a:buSzPts val="1800"/>
              <a:buFont typeface="Arial"/>
              <a:buChar char="•"/>
              <a:defRPr sz="1800">
                <a:solidFill>
                  <a:srgbClr val="444444"/>
                </a:solidFill>
                <a:latin typeface="Arial"/>
                <a:ea typeface="Arial"/>
                <a:cs typeface="Arial"/>
                <a:sym typeface="Arial"/>
              </a:defRPr>
            </a:lvl2pPr>
            <a:lvl3pPr marL="1371600" lvl="2" indent="-342900" algn="l">
              <a:lnSpc>
                <a:spcPct val="100000"/>
              </a:lnSpc>
              <a:spcBef>
                <a:spcPts val="2400"/>
              </a:spcBef>
              <a:spcAft>
                <a:spcPts val="0"/>
              </a:spcAft>
              <a:buClr>
                <a:srgbClr val="444444"/>
              </a:buClr>
              <a:buSzPts val="1800"/>
              <a:buFont typeface="Arial"/>
              <a:buChar char="•"/>
              <a:defRPr sz="1800">
                <a:solidFill>
                  <a:srgbClr val="444444"/>
                </a:solidFill>
                <a:latin typeface="Arial"/>
                <a:ea typeface="Arial"/>
                <a:cs typeface="Arial"/>
                <a:sym typeface="Arial"/>
              </a:defRPr>
            </a:lvl3pPr>
            <a:lvl4pPr marL="1828800" lvl="3" indent="-342900" algn="l">
              <a:lnSpc>
                <a:spcPct val="100000"/>
              </a:lnSpc>
              <a:spcBef>
                <a:spcPts val="2400"/>
              </a:spcBef>
              <a:spcAft>
                <a:spcPts val="0"/>
              </a:spcAft>
              <a:buClr>
                <a:srgbClr val="444444"/>
              </a:buClr>
              <a:buSzPts val="1800"/>
              <a:buFont typeface="Arial"/>
              <a:buChar char="•"/>
              <a:defRPr sz="1800">
                <a:solidFill>
                  <a:srgbClr val="444444"/>
                </a:solidFill>
                <a:latin typeface="Arial"/>
                <a:ea typeface="Arial"/>
                <a:cs typeface="Arial"/>
                <a:sym typeface="Arial"/>
              </a:defRPr>
            </a:lvl4pPr>
            <a:lvl5pPr marL="2286000" lvl="4" indent="-342900" algn="l">
              <a:lnSpc>
                <a:spcPct val="100000"/>
              </a:lnSpc>
              <a:spcBef>
                <a:spcPts val="2400"/>
              </a:spcBef>
              <a:spcAft>
                <a:spcPts val="0"/>
              </a:spcAft>
              <a:buClr>
                <a:srgbClr val="444444"/>
              </a:buClr>
              <a:buSzPts val="1800"/>
              <a:buFont typeface="Arial"/>
              <a:buChar char="•"/>
              <a:defRPr sz="1800">
                <a:solidFill>
                  <a:srgbClr val="444444"/>
                </a:solidFill>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754" name="Google Shape;754;p114"/>
          <p:cNvSpPr txBox="1">
            <a:spLocks noGrp="1"/>
          </p:cNvSpPr>
          <p:nvPr>
            <p:ph type="sldNum" idx="12"/>
          </p:nvPr>
        </p:nvSpPr>
        <p:spPr>
          <a:xfrm>
            <a:off x="4478362" y="4882306"/>
            <a:ext cx="180579" cy="180579"/>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000">
              <a:solidFill>
                <a:srgbClr val="333F48"/>
              </a:solidFill>
              <a:latin typeface="Arial"/>
              <a:ea typeface="Arial"/>
              <a:cs typeface="Arial"/>
              <a:sym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matchingName="Bullets">
  <p:cSld name="Bullets">
    <p:spTree>
      <p:nvGrpSpPr>
        <p:cNvPr id="1" name="Shape 755"/>
        <p:cNvGrpSpPr/>
        <p:nvPr/>
      </p:nvGrpSpPr>
      <p:grpSpPr>
        <a:xfrm>
          <a:off x="0" y="0"/>
          <a:ext cx="0" cy="0"/>
          <a:chOff x="0" y="0"/>
          <a:chExt cx="0" cy="0"/>
        </a:xfrm>
      </p:grpSpPr>
      <p:sp>
        <p:nvSpPr>
          <p:cNvPr id="756" name="Google Shape;756;p115"/>
          <p:cNvSpPr txBox="1">
            <a:spLocks noGrp="1"/>
          </p:cNvSpPr>
          <p:nvPr>
            <p:ph type="body" idx="1"/>
          </p:nvPr>
        </p:nvSpPr>
        <p:spPr>
          <a:xfrm>
            <a:off x="1812726" y="669726"/>
            <a:ext cx="5518548" cy="3804048"/>
          </a:xfrm>
          <a:prstGeom prst="rect">
            <a:avLst/>
          </a:prstGeom>
          <a:noFill/>
          <a:ln>
            <a:noFill/>
          </a:ln>
        </p:spPr>
        <p:txBody>
          <a:bodyPr spcFirstLastPara="1" wrap="square" lIns="26775" tIns="26775" rIns="26775" bIns="26775" anchor="ctr" anchorCtr="0">
            <a:noAutofit/>
          </a:bodyPr>
          <a:lstStyle>
            <a:lvl1pPr marL="457200" lvl="0" indent="-355600" algn="l">
              <a:lnSpc>
                <a:spcPct val="100000"/>
              </a:lnSpc>
              <a:spcBef>
                <a:spcPts val="4800"/>
              </a:spcBef>
              <a:spcAft>
                <a:spcPts val="0"/>
              </a:spcAft>
              <a:buClr>
                <a:srgbClr val="444444"/>
              </a:buClr>
              <a:buSzPts val="2000"/>
              <a:buFont typeface="Arial"/>
              <a:buChar char="•"/>
              <a:defRPr sz="2000">
                <a:solidFill>
                  <a:srgbClr val="444444"/>
                </a:solidFill>
                <a:latin typeface="Arial"/>
                <a:ea typeface="Arial"/>
                <a:cs typeface="Arial"/>
                <a:sym typeface="Arial"/>
              </a:defRPr>
            </a:lvl1pPr>
            <a:lvl2pPr marL="914400" lvl="1" indent="-355600" algn="l">
              <a:lnSpc>
                <a:spcPct val="100000"/>
              </a:lnSpc>
              <a:spcBef>
                <a:spcPts val="4800"/>
              </a:spcBef>
              <a:spcAft>
                <a:spcPts val="0"/>
              </a:spcAft>
              <a:buClr>
                <a:srgbClr val="444444"/>
              </a:buClr>
              <a:buSzPts val="2000"/>
              <a:buFont typeface="Arial"/>
              <a:buChar char="•"/>
              <a:defRPr sz="2000">
                <a:solidFill>
                  <a:srgbClr val="444444"/>
                </a:solidFill>
                <a:latin typeface="Arial"/>
                <a:ea typeface="Arial"/>
                <a:cs typeface="Arial"/>
                <a:sym typeface="Arial"/>
              </a:defRPr>
            </a:lvl2pPr>
            <a:lvl3pPr marL="1371600" lvl="2" indent="-355600" algn="l">
              <a:lnSpc>
                <a:spcPct val="100000"/>
              </a:lnSpc>
              <a:spcBef>
                <a:spcPts val="4800"/>
              </a:spcBef>
              <a:spcAft>
                <a:spcPts val="0"/>
              </a:spcAft>
              <a:buClr>
                <a:srgbClr val="444444"/>
              </a:buClr>
              <a:buSzPts val="2000"/>
              <a:buFont typeface="Arial"/>
              <a:buChar char="•"/>
              <a:defRPr sz="2000">
                <a:solidFill>
                  <a:srgbClr val="444444"/>
                </a:solidFill>
                <a:latin typeface="Arial"/>
                <a:ea typeface="Arial"/>
                <a:cs typeface="Arial"/>
                <a:sym typeface="Arial"/>
              </a:defRPr>
            </a:lvl3pPr>
            <a:lvl4pPr marL="1828800" lvl="3" indent="-355600" algn="l">
              <a:lnSpc>
                <a:spcPct val="100000"/>
              </a:lnSpc>
              <a:spcBef>
                <a:spcPts val="4800"/>
              </a:spcBef>
              <a:spcAft>
                <a:spcPts val="0"/>
              </a:spcAft>
              <a:buClr>
                <a:srgbClr val="444444"/>
              </a:buClr>
              <a:buSzPts val="2000"/>
              <a:buFont typeface="Arial"/>
              <a:buChar char="•"/>
              <a:defRPr sz="2000">
                <a:solidFill>
                  <a:srgbClr val="444444"/>
                </a:solidFill>
                <a:latin typeface="Arial"/>
                <a:ea typeface="Arial"/>
                <a:cs typeface="Arial"/>
                <a:sym typeface="Arial"/>
              </a:defRPr>
            </a:lvl4pPr>
            <a:lvl5pPr marL="2286000" lvl="4" indent="-355600" algn="l">
              <a:lnSpc>
                <a:spcPct val="100000"/>
              </a:lnSpc>
              <a:spcBef>
                <a:spcPts val="4800"/>
              </a:spcBef>
              <a:spcAft>
                <a:spcPts val="0"/>
              </a:spcAft>
              <a:buClr>
                <a:srgbClr val="444444"/>
              </a:buClr>
              <a:buSzPts val="2000"/>
              <a:buFont typeface="Arial"/>
              <a:buChar char="•"/>
              <a:defRPr sz="2000">
                <a:solidFill>
                  <a:srgbClr val="444444"/>
                </a:solidFill>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757" name="Google Shape;757;p115"/>
          <p:cNvSpPr txBox="1">
            <a:spLocks noGrp="1"/>
          </p:cNvSpPr>
          <p:nvPr>
            <p:ph type="sldNum" idx="12"/>
          </p:nvPr>
        </p:nvSpPr>
        <p:spPr>
          <a:xfrm>
            <a:off x="4478362" y="4882306"/>
            <a:ext cx="180579" cy="180579"/>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000">
              <a:solidFill>
                <a:srgbClr val="333F48"/>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matchingName="Default - Blank copy">
  <p:cSld name="Default - Blank copy">
    <p:bg>
      <p:bgPr>
        <a:blipFill>
          <a:blip r:embed="rId2">
            <a:alphaModFix/>
          </a:blip>
          <a:stretch>
            <a:fillRect/>
          </a:stretch>
        </a:blipFill>
        <a:effectLst/>
      </p:bgPr>
    </p:bg>
    <p:spTree>
      <p:nvGrpSpPr>
        <p:cNvPr id="1" name="Shape 758"/>
        <p:cNvGrpSpPr/>
        <p:nvPr/>
      </p:nvGrpSpPr>
      <p:grpSpPr>
        <a:xfrm>
          <a:off x="0" y="0"/>
          <a:ext cx="0" cy="0"/>
          <a:chOff x="0" y="0"/>
          <a:chExt cx="0" cy="0"/>
        </a:xfrm>
      </p:grpSpPr>
      <p:sp>
        <p:nvSpPr>
          <p:cNvPr id="759" name="Google Shape;759;p116"/>
          <p:cNvSpPr txBox="1">
            <a:spLocks noGrp="1"/>
          </p:cNvSpPr>
          <p:nvPr>
            <p:ph type="sldNum" idx="12"/>
          </p:nvPr>
        </p:nvSpPr>
        <p:spPr>
          <a:xfrm>
            <a:off x="7306629" y="4855517"/>
            <a:ext cx="180021" cy="163445"/>
          </a:xfrm>
          <a:prstGeom prst="rect">
            <a:avLst/>
          </a:prstGeom>
          <a:noFill/>
          <a:ln>
            <a:noFill/>
          </a:ln>
        </p:spPr>
        <p:txBody>
          <a:bodyPr spcFirstLastPara="1" wrap="square" lIns="20075" tIns="20075" rIns="20075" bIns="20075" anchor="t" anchorCtr="0">
            <a:sp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000">
              <a:solidFill>
                <a:srgbClr val="333F48"/>
              </a:solidFil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matchingName="Title &amp; Bullets">
  <p:cSld name="Title &amp; Bullets 2">
    <p:bg>
      <p:bgPr>
        <a:blipFill>
          <a:blip r:embed="rId2">
            <a:alphaModFix/>
          </a:blip>
          <a:stretch>
            <a:fillRect/>
          </a:stretch>
        </a:blipFill>
        <a:effectLst/>
      </p:bgPr>
    </p:bg>
    <p:spTree>
      <p:nvGrpSpPr>
        <p:cNvPr id="1" name="Shape 760"/>
        <p:cNvGrpSpPr/>
        <p:nvPr/>
      </p:nvGrpSpPr>
      <p:grpSpPr>
        <a:xfrm>
          <a:off x="0" y="0"/>
          <a:ext cx="0" cy="0"/>
          <a:chOff x="0" y="0"/>
          <a:chExt cx="0" cy="0"/>
        </a:xfrm>
      </p:grpSpPr>
      <p:sp>
        <p:nvSpPr>
          <p:cNvPr id="761" name="Google Shape;761;p117"/>
          <p:cNvSpPr txBox="1">
            <a:spLocks noGrp="1"/>
          </p:cNvSpPr>
          <p:nvPr>
            <p:ph type="title"/>
          </p:nvPr>
        </p:nvSpPr>
        <p:spPr>
          <a:xfrm>
            <a:off x="1678781" y="234404"/>
            <a:ext cx="5786438" cy="636241"/>
          </a:xfrm>
          <a:prstGeom prst="rect">
            <a:avLst/>
          </a:prstGeom>
          <a:noFill/>
          <a:ln>
            <a:noFill/>
          </a:ln>
        </p:spPr>
        <p:txBody>
          <a:bodyPr spcFirstLastPara="1" wrap="square" lIns="26775" tIns="26775" rIns="26775" bIns="26775" anchor="ctr" anchorCtr="0">
            <a:noAutofit/>
          </a:bodyPr>
          <a:lstStyle>
            <a:lvl1pPr lvl="0" algn="ctr">
              <a:lnSpc>
                <a:spcPct val="100000"/>
              </a:lnSpc>
              <a:spcBef>
                <a:spcPts val="0"/>
              </a:spcBef>
              <a:spcAft>
                <a:spcPts val="0"/>
              </a:spcAft>
              <a:buClr>
                <a:srgbClr val="76797B"/>
              </a:buClr>
              <a:buSzPts val="4400"/>
              <a:buFont typeface="Arial"/>
              <a:buNone/>
              <a:defRPr sz="4400">
                <a:solidFill>
                  <a:srgbClr val="76797B"/>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62" name="Google Shape;762;p117"/>
          <p:cNvSpPr txBox="1">
            <a:spLocks noGrp="1"/>
          </p:cNvSpPr>
          <p:nvPr>
            <p:ph type="body" idx="1"/>
          </p:nvPr>
        </p:nvSpPr>
        <p:spPr>
          <a:xfrm>
            <a:off x="1678781" y="1044773"/>
            <a:ext cx="5786438" cy="3844231"/>
          </a:xfrm>
          <a:prstGeom prst="rect">
            <a:avLst/>
          </a:prstGeom>
          <a:noFill/>
          <a:ln>
            <a:noFill/>
          </a:ln>
        </p:spPr>
        <p:txBody>
          <a:bodyPr spcFirstLastPara="1" wrap="square" lIns="26775" tIns="26775" rIns="26775" bIns="26775" anchor="ctr" anchorCtr="0">
            <a:noAutofit/>
          </a:bodyPr>
          <a:lstStyle>
            <a:lvl1pPr marL="457200" lvl="0" indent="-298450" algn="l">
              <a:lnSpc>
                <a:spcPct val="100000"/>
              </a:lnSpc>
              <a:spcBef>
                <a:spcPts val="2400"/>
              </a:spcBef>
              <a:spcAft>
                <a:spcPts val="0"/>
              </a:spcAft>
              <a:buClr>
                <a:srgbClr val="BAB6AF"/>
              </a:buClr>
              <a:buSzPts val="1100"/>
              <a:buFont typeface="Arial"/>
              <a:buChar char="✦"/>
              <a:defRPr sz="2200">
                <a:solidFill>
                  <a:srgbClr val="76797B"/>
                </a:solidFill>
                <a:latin typeface="Arial"/>
                <a:ea typeface="Arial"/>
                <a:cs typeface="Arial"/>
                <a:sym typeface="Arial"/>
              </a:defRPr>
            </a:lvl1pPr>
            <a:lvl2pPr marL="914400" lvl="1" indent="-298450" algn="l">
              <a:lnSpc>
                <a:spcPct val="100000"/>
              </a:lnSpc>
              <a:spcBef>
                <a:spcPts val="2400"/>
              </a:spcBef>
              <a:spcAft>
                <a:spcPts val="0"/>
              </a:spcAft>
              <a:buClr>
                <a:srgbClr val="BAB6AF"/>
              </a:buClr>
              <a:buSzPts val="1100"/>
              <a:buFont typeface="Arial"/>
              <a:buChar char="✦"/>
              <a:defRPr sz="2200">
                <a:solidFill>
                  <a:srgbClr val="76797B"/>
                </a:solidFill>
                <a:latin typeface="Arial"/>
                <a:ea typeface="Arial"/>
                <a:cs typeface="Arial"/>
                <a:sym typeface="Arial"/>
              </a:defRPr>
            </a:lvl2pPr>
            <a:lvl3pPr marL="1371600" lvl="2" indent="-285750" algn="l">
              <a:lnSpc>
                <a:spcPct val="100000"/>
              </a:lnSpc>
              <a:spcBef>
                <a:spcPts val="2400"/>
              </a:spcBef>
              <a:spcAft>
                <a:spcPts val="0"/>
              </a:spcAft>
              <a:buClr>
                <a:srgbClr val="BAB6AF"/>
              </a:buClr>
              <a:buSzPts val="900"/>
              <a:buFont typeface="Arial"/>
              <a:buChar char="✦"/>
              <a:defRPr sz="1800">
                <a:solidFill>
                  <a:srgbClr val="76797B"/>
                </a:solidFill>
                <a:latin typeface="Arial"/>
                <a:ea typeface="Arial"/>
                <a:cs typeface="Arial"/>
                <a:sym typeface="Arial"/>
              </a:defRPr>
            </a:lvl3pPr>
            <a:lvl4pPr marL="1828800" lvl="3" indent="-279400" algn="l">
              <a:lnSpc>
                <a:spcPct val="100000"/>
              </a:lnSpc>
              <a:spcBef>
                <a:spcPts val="2400"/>
              </a:spcBef>
              <a:spcAft>
                <a:spcPts val="0"/>
              </a:spcAft>
              <a:buClr>
                <a:srgbClr val="BAB6AF"/>
              </a:buClr>
              <a:buSzPts val="800"/>
              <a:buFont typeface="Arial"/>
              <a:buChar char="✦"/>
              <a:defRPr sz="1600">
                <a:solidFill>
                  <a:srgbClr val="76797B"/>
                </a:solidFill>
                <a:latin typeface="Arial"/>
                <a:ea typeface="Arial"/>
                <a:cs typeface="Arial"/>
                <a:sym typeface="Arial"/>
              </a:defRPr>
            </a:lvl4pPr>
            <a:lvl5pPr marL="2286000" lvl="4" indent="-266700" algn="l">
              <a:lnSpc>
                <a:spcPct val="100000"/>
              </a:lnSpc>
              <a:spcBef>
                <a:spcPts val="2400"/>
              </a:spcBef>
              <a:spcAft>
                <a:spcPts val="0"/>
              </a:spcAft>
              <a:buClr>
                <a:srgbClr val="BAB6AF"/>
              </a:buClr>
              <a:buSzPts val="600"/>
              <a:buFont typeface="Arial"/>
              <a:buChar char="✦"/>
              <a:defRPr sz="1200">
                <a:solidFill>
                  <a:srgbClr val="76797B"/>
                </a:solidFill>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763" name="Google Shape;763;p117"/>
          <p:cNvSpPr txBox="1">
            <a:spLocks noGrp="1"/>
          </p:cNvSpPr>
          <p:nvPr>
            <p:ph type="sldNum" idx="12"/>
          </p:nvPr>
        </p:nvSpPr>
        <p:spPr>
          <a:xfrm>
            <a:off x="4478362" y="4748361"/>
            <a:ext cx="180579" cy="180579"/>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76797B"/>
              </a:buClr>
              <a:buSzPts val="900"/>
              <a:buFont typeface="Arial"/>
              <a:buNone/>
              <a:defRPr sz="900" b="0" i="0" u="none" strike="noStrike" cap="none">
                <a:solidFill>
                  <a:srgbClr val="76797B"/>
                </a:solidFill>
                <a:latin typeface="Arial"/>
                <a:ea typeface="Arial"/>
                <a:cs typeface="Arial"/>
                <a:sym typeface="Arial"/>
              </a:defRPr>
            </a:lvl1pPr>
            <a:lvl2pPr marL="0" marR="0" lvl="1" indent="0" algn="ctr">
              <a:lnSpc>
                <a:spcPct val="100000"/>
              </a:lnSpc>
              <a:spcBef>
                <a:spcPts val="0"/>
              </a:spcBef>
              <a:spcAft>
                <a:spcPts val="0"/>
              </a:spcAft>
              <a:buClr>
                <a:srgbClr val="76797B"/>
              </a:buClr>
              <a:buSzPts val="900"/>
              <a:buFont typeface="Arial"/>
              <a:buNone/>
              <a:defRPr sz="900" b="0" i="0" u="none" strike="noStrike" cap="none">
                <a:solidFill>
                  <a:srgbClr val="76797B"/>
                </a:solidFill>
                <a:latin typeface="Arial"/>
                <a:ea typeface="Arial"/>
                <a:cs typeface="Arial"/>
                <a:sym typeface="Arial"/>
              </a:defRPr>
            </a:lvl2pPr>
            <a:lvl3pPr marL="0" marR="0" lvl="2" indent="0" algn="ctr">
              <a:lnSpc>
                <a:spcPct val="100000"/>
              </a:lnSpc>
              <a:spcBef>
                <a:spcPts val="0"/>
              </a:spcBef>
              <a:spcAft>
                <a:spcPts val="0"/>
              </a:spcAft>
              <a:buClr>
                <a:srgbClr val="76797B"/>
              </a:buClr>
              <a:buSzPts val="900"/>
              <a:buFont typeface="Arial"/>
              <a:buNone/>
              <a:defRPr sz="900" b="0" i="0" u="none" strike="noStrike" cap="none">
                <a:solidFill>
                  <a:srgbClr val="76797B"/>
                </a:solidFill>
                <a:latin typeface="Arial"/>
                <a:ea typeface="Arial"/>
                <a:cs typeface="Arial"/>
                <a:sym typeface="Arial"/>
              </a:defRPr>
            </a:lvl3pPr>
            <a:lvl4pPr marL="0" marR="0" lvl="3" indent="0" algn="ctr">
              <a:lnSpc>
                <a:spcPct val="100000"/>
              </a:lnSpc>
              <a:spcBef>
                <a:spcPts val="0"/>
              </a:spcBef>
              <a:spcAft>
                <a:spcPts val="0"/>
              </a:spcAft>
              <a:buClr>
                <a:srgbClr val="76797B"/>
              </a:buClr>
              <a:buSzPts val="900"/>
              <a:buFont typeface="Arial"/>
              <a:buNone/>
              <a:defRPr sz="900" b="0" i="0" u="none" strike="noStrike" cap="none">
                <a:solidFill>
                  <a:srgbClr val="76797B"/>
                </a:solidFill>
                <a:latin typeface="Arial"/>
                <a:ea typeface="Arial"/>
                <a:cs typeface="Arial"/>
                <a:sym typeface="Arial"/>
              </a:defRPr>
            </a:lvl4pPr>
            <a:lvl5pPr marL="0" marR="0" lvl="4" indent="0" algn="ctr">
              <a:lnSpc>
                <a:spcPct val="100000"/>
              </a:lnSpc>
              <a:spcBef>
                <a:spcPts val="0"/>
              </a:spcBef>
              <a:spcAft>
                <a:spcPts val="0"/>
              </a:spcAft>
              <a:buClr>
                <a:srgbClr val="76797B"/>
              </a:buClr>
              <a:buSzPts val="900"/>
              <a:buFont typeface="Arial"/>
              <a:buNone/>
              <a:defRPr sz="900" b="0" i="0" u="none" strike="noStrike" cap="none">
                <a:solidFill>
                  <a:srgbClr val="76797B"/>
                </a:solidFill>
                <a:latin typeface="Arial"/>
                <a:ea typeface="Arial"/>
                <a:cs typeface="Arial"/>
                <a:sym typeface="Arial"/>
              </a:defRPr>
            </a:lvl5pPr>
            <a:lvl6pPr marL="0" marR="0" lvl="5" indent="0" algn="ctr">
              <a:lnSpc>
                <a:spcPct val="100000"/>
              </a:lnSpc>
              <a:spcBef>
                <a:spcPts val="0"/>
              </a:spcBef>
              <a:spcAft>
                <a:spcPts val="0"/>
              </a:spcAft>
              <a:buClr>
                <a:srgbClr val="76797B"/>
              </a:buClr>
              <a:buSzPts val="900"/>
              <a:buFont typeface="Arial"/>
              <a:buNone/>
              <a:defRPr sz="900" b="0" i="0" u="none" strike="noStrike" cap="none">
                <a:solidFill>
                  <a:srgbClr val="76797B"/>
                </a:solidFill>
                <a:latin typeface="Arial"/>
                <a:ea typeface="Arial"/>
                <a:cs typeface="Arial"/>
                <a:sym typeface="Arial"/>
              </a:defRPr>
            </a:lvl6pPr>
            <a:lvl7pPr marL="0" marR="0" lvl="6" indent="0" algn="ctr">
              <a:lnSpc>
                <a:spcPct val="100000"/>
              </a:lnSpc>
              <a:spcBef>
                <a:spcPts val="0"/>
              </a:spcBef>
              <a:spcAft>
                <a:spcPts val="0"/>
              </a:spcAft>
              <a:buClr>
                <a:srgbClr val="76797B"/>
              </a:buClr>
              <a:buSzPts val="900"/>
              <a:buFont typeface="Arial"/>
              <a:buNone/>
              <a:defRPr sz="900" b="0" i="0" u="none" strike="noStrike" cap="none">
                <a:solidFill>
                  <a:srgbClr val="76797B"/>
                </a:solidFill>
                <a:latin typeface="Arial"/>
                <a:ea typeface="Arial"/>
                <a:cs typeface="Arial"/>
                <a:sym typeface="Arial"/>
              </a:defRPr>
            </a:lvl7pPr>
            <a:lvl8pPr marL="0" marR="0" lvl="7" indent="0" algn="ctr">
              <a:lnSpc>
                <a:spcPct val="100000"/>
              </a:lnSpc>
              <a:spcBef>
                <a:spcPts val="0"/>
              </a:spcBef>
              <a:spcAft>
                <a:spcPts val="0"/>
              </a:spcAft>
              <a:buClr>
                <a:srgbClr val="76797B"/>
              </a:buClr>
              <a:buSzPts val="900"/>
              <a:buFont typeface="Arial"/>
              <a:buNone/>
              <a:defRPr sz="900" b="0" i="0" u="none" strike="noStrike" cap="none">
                <a:solidFill>
                  <a:srgbClr val="76797B"/>
                </a:solidFill>
                <a:latin typeface="Arial"/>
                <a:ea typeface="Arial"/>
                <a:cs typeface="Arial"/>
                <a:sym typeface="Arial"/>
              </a:defRPr>
            </a:lvl8pPr>
            <a:lvl9pPr marL="0" marR="0" lvl="8" indent="0" algn="ctr">
              <a:lnSpc>
                <a:spcPct val="100000"/>
              </a:lnSpc>
              <a:spcBef>
                <a:spcPts val="0"/>
              </a:spcBef>
              <a:spcAft>
                <a:spcPts val="0"/>
              </a:spcAft>
              <a:buClr>
                <a:srgbClr val="76797B"/>
              </a:buClr>
              <a:buSzPts val="900"/>
              <a:buFont typeface="Arial"/>
              <a:buNone/>
              <a:defRPr sz="900" b="0" i="0" u="none" strike="noStrike" cap="none">
                <a:solidFill>
                  <a:srgbClr val="76797B"/>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000">
              <a:solidFill>
                <a:srgbClr val="333F48"/>
              </a:solidFill>
              <a:latin typeface="Arial"/>
              <a:ea typeface="Arial"/>
              <a:cs typeface="Arial"/>
              <a:sym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matchingName="Title &amp; Bullets">
  <p:cSld name="Title &amp; Bullets 3">
    <p:spTree>
      <p:nvGrpSpPr>
        <p:cNvPr id="1" name="Shape 764"/>
        <p:cNvGrpSpPr/>
        <p:nvPr/>
      </p:nvGrpSpPr>
      <p:grpSpPr>
        <a:xfrm>
          <a:off x="0" y="0"/>
          <a:ext cx="0" cy="0"/>
          <a:chOff x="0" y="0"/>
          <a:chExt cx="0" cy="0"/>
        </a:xfrm>
      </p:grpSpPr>
      <p:sp>
        <p:nvSpPr>
          <p:cNvPr id="765" name="Google Shape;765;p118"/>
          <p:cNvSpPr txBox="1">
            <a:spLocks noGrp="1"/>
          </p:cNvSpPr>
          <p:nvPr>
            <p:ph type="title"/>
          </p:nvPr>
        </p:nvSpPr>
        <p:spPr>
          <a:xfrm>
            <a:off x="1812726" y="133945"/>
            <a:ext cx="5518548" cy="616149"/>
          </a:xfrm>
          <a:prstGeom prst="rect">
            <a:avLst/>
          </a:prstGeom>
          <a:noFill/>
          <a:ln>
            <a:noFill/>
          </a:ln>
        </p:spPr>
        <p:txBody>
          <a:bodyPr spcFirstLastPara="1" wrap="square" lIns="26775" tIns="26775" rIns="26775" bIns="26775" anchor="ctr" anchorCtr="0">
            <a:noAutofit/>
          </a:bodyPr>
          <a:lstStyle>
            <a:lvl1pPr lvl="0" algn="ctr">
              <a:lnSpc>
                <a:spcPct val="100000"/>
              </a:lnSpc>
              <a:spcBef>
                <a:spcPts val="0"/>
              </a:spcBef>
              <a:spcAft>
                <a:spcPts val="0"/>
              </a:spcAft>
              <a:buClr>
                <a:srgbClr val="606060"/>
              </a:buClr>
              <a:buSzPts val="4400"/>
              <a:buFont typeface="Arial"/>
              <a:buNone/>
              <a:defRPr sz="4400">
                <a:solidFill>
                  <a:srgbClr val="606060"/>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66" name="Google Shape;766;p118"/>
          <p:cNvSpPr txBox="1">
            <a:spLocks noGrp="1"/>
          </p:cNvSpPr>
          <p:nvPr>
            <p:ph type="body" idx="1"/>
          </p:nvPr>
        </p:nvSpPr>
        <p:spPr>
          <a:xfrm>
            <a:off x="1812726" y="897433"/>
            <a:ext cx="5518548" cy="3576341"/>
          </a:xfrm>
          <a:prstGeom prst="rect">
            <a:avLst/>
          </a:prstGeom>
          <a:noFill/>
          <a:ln>
            <a:noFill/>
          </a:ln>
        </p:spPr>
        <p:txBody>
          <a:bodyPr spcFirstLastPara="1" wrap="square" lIns="26775" tIns="26775" rIns="26775" bIns="26775" anchor="ctr" anchorCtr="0">
            <a:noAutofit/>
          </a:bodyPr>
          <a:lstStyle>
            <a:lvl1pPr marL="457200" lvl="0" indent="-467487" algn="l">
              <a:lnSpc>
                <a:spcPct val="100000"/>
              </a:lnSpc>
              <a:spcBef>
                <a:spcPts val="2400"/>
              </a:spcBef>
              <a:spcAft>
                <a:spcPts val="0"/>
              </a:spcAft>
              <a:buClr>
                <a:srgbClr val="606060"/>
              </a:buClr>
              <a:buSzPts val="3762"/>
              <a:buFont typeface="Arial"/>
              <a:buChar char="•"/>
              <a:defRPr sz="2200">
                <a:solidFill>
                  <a:srgbClr val="606060"/>
                </a:solidFill>
                <a:latin typeface="Arial"/>
                <a:ea typeface="Arial"/>
                <a:cs typeface="Arial"/>
                <a:sym typeface="Arial"/>
              </a:defRPr>
            </a:lvl1pPr>
            <a:lvl2pPr marL="914400" lvl="1" indent="-467487" algn="l">
              <a:lnSpc>
                <a:spcPct val="100000"/>
              </a:lnSpc>
              <a:spcBef>
                <a:spcPts val="2400"/>
              </a:spcBef>
              <a:spcAft>
                <a:spcPts val="0"/>
              </a:spcAft>
              <a:buClr>
                <a:srgbClr val="606060"/>
              </a:buClr>
              <a:buSzPts val="3762"/>
              <a:buFont typeface="Arial"/>
              <a:buChar char="•"/>
              <a:defRPr sz="2200">
                <a:solidFill>
                  <a:srgbClr val="606060"/>
                </a:solidFill>
                <a:latin typeface="Arial"/>
                <a:ea typeface="Arial"/>
                <a:cs typeface="Arial"/>
                <a:sym typeface="Arial"/>
              </a:defRPr>
            </a:lvl2pPr>
            <a:lvl3pPr marL="1371600" lvl="2" indent="-467487" algn="l">
              <a:lnSpc>
                <a:spcPct val="100000"/>
              </a:lnSpc>
              <a:spcBef>
                <a:spcPts val="2400"/>
              </a:spcBef>
              <a:spcAft>
                <a:spcPts val="0"/>
              </a:spcAft>
              <a:buClr>
                <a:srgbClr val="606060"/>
              </a:buClr>
              <a:buSzPts val="3762"/>
              <a:buFont typeface="Arial"/>
              <a:buChar char="•"/>
              <a:defRPr sz="2200">
                <a:solidFill>
                  <a:srgbClr val="606060"/>
                </a:solidFill>
                <a:latin typeface="Arial"/>
                <a:ea typeface="Arial"/>
                <a:cs typeface="Arial"/>
                <a:sym typeface="Arial"/>
              </a:defRPr>
            </a:lvl3pPr>
            <a:lvl4pPr marL="1828800" lvl="3" indent="-467487" algn="l">
              <a:lnSpc>
                <a:spcPct val="100000"/>
              </a:lnSpc>
              <a:spcBef>
                <a:spcPts val="2400"/>
              </a:spcBef>
              <a:spcAft>
                <a:spcPts val="0"/>
              </a:spcAft>
              <a:buClr>
                <a:srgbClr val="606060"/>
              </a:buClr>
              <a:buSzPts val="3762"/>
              <a:buFont typeface="Arial"/>
              <a:buChar char="•"/>
              <a:defRPr sz="2200">
                <a:solidFill>
                  <a:srgbClr val="606060"/>
                </a:solidFill>
                <a:latin typeface="Arial"/>
                <a:ea typeface="Arial"/>
                <a:cs typeface="Arial"/>
                <a:sym typeface="Arial"/>
              </a:defRPr>
            </a:lvl4pPr>
            <a:lvl5pPr marL="2286000" lvl="4" indent="-467487" algn="l">
              <a:lnSpc>
                <a:spcPct val="100000"/>
              </a:lnSpc>
              <a:spcBef>
                <a:spcPts val="2400"/>
              </a:spcBef>
              <a:spcAft>
                <a:spcPts val="0"/>
              </a:spcAft>
              <a:buClr>
                <a:srgbClr val="606060"/>
              </a:buClr>
              <a:buSzPts val="3762"/>
              <a:buFont typeface="Arial"/>
              <a:buChar char="•"/>
              <a:defRPr sz="2200">
                <a:solidFill>
                  <a:srgbClr val="606060"/>
                </a:solidFill>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767" name="Google Shape;767;p118"/>
          <p:cNvSpPr txBox="1">
            <a:spLocks noGrp="1"/>
          </p:cNvSpPr>
          <p:nvPr>
            <p:ph type="sldNum" idx="12"/>
          </p:nvPr>
        </p:nvSpPr>
        <p:spPr>
          <a:xfrm>
            <a:off x="4478362" y="4882306"/>
            <a:ext cx="180579" cy="180579"/>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000">
              <a:solidFill>
                <a:srgbClr val="333F48"/>
              </a:solidFill>
              <a:latin typeface="Arial"/>
              <a:ea typeface="Arial"/>
              <a:cs typeface="Arial"/>
              <a:sym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matchingName="Title - Top">
  <p:cSld name="Title - Top 2">
    <p:spTree>
      <p:nvGrpSpPr>
        <p:cNvPr id="1" name="Shape 768"/>
        <p:cNvGrpSpPr/>
        <p:nvPr/>
      </p:nvGrpSpPr>
      <p:grpSpPr>
        <a:xfrm>
          <a:off x="0" y="0"/>
          <a:ext cx="0" cy="0"/>
          <a:chOff x="0" y="0"/>
          <a:chExt cx="0" cy="0"/>
        </a:xfrm>
      </p:grpSpPr>
      <p:sp>
        <p:nvSpPr>
          <p:cNvPr id="769" name="Google Shape;769;p119"/>
          <p:cNvSpPr txBox="1">
            <a:spLocks noGrp="1"/>
          </p:cNvSpPr>
          <p:nvPr>
            <p:ph type="title"/>
          </p:nvPr>
        </p:nvSpPr>
        <p:spPr>
          <a:xfrm>
            <a:off x="1812726" y="133945"/>
            <a:ext cx="5518548" cy="703214"/>
          </a:xfrm>
          <a:prstGeom prst="rect">
            <a:avLst/>
          </a:prstGeom>
          <a:noFill/>
          <a:ln>
            <a:noFill/>
          </a:ln>
        </p:spPr>
        <p:txBody>
          <a:bodyPr spcFirstLastPara="1" wrap="square" lIns="26775" tIns="26775" rIns="26775" bIns="26775" anchor="ctr" anchorCtr="0">
            <a:noAutofit/>
          </a:bodyPr>
          <a:lstStyle>
            <a:lvl1pPr lvl="0" algn="ctr">
              <a:lnSpc>
                <a:spcPct val="100000"/>
              </a:lnSpc>
              <a:spcBef>
                <a:spcPts val="0"/>
              </a:spcBef>
              <a:spcAft>
                <a:spcPts val="0"/>
              </a:spcAft>
              <a:buClr>
                <a:srgbClr val="606060"/>
              </a:buClr>
              <a:buSzPts val="4400"/>
              <a:buFont typeface="Arial"/>
              <a:buNone/>
              <a:defRPr sz="4400">
                <a:solidFill>
                  <a:srgbClr val="606060"/>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70" name="Google Shape;770;p119"/>
          <p:cNvSpPr txBox="1">
            <a:spLocks noGrp="1"/>
          </p:cNvSpPr>
          <p:nvPr>
            <p:ph type="sldNum" idx="12"/>
          </p:nvPr>
        </p:nvSpPr>
        <p:spPr>
          <a:xfrm>
            <a:off x="4478362" y="4882306"/>
            <a:ext cx="180579" cy="180579"/>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000">
              <a:solidFill>
                <a:srgbClr val="333F48"/>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matchingName="Title &amp; Bullets">
  <p:cSld name="Title &amp; Bullets 4">
    <p:spTree>
      <p:nvGrpSpPr>
        <p:cNvPr id="1" name="Shape 771"/>
        <p:cNvGrpSpPr/>
        <p:nvPr/>
      </p:nvGrpSpPr>
      <p:grpSpPr>
        <a:xfrm>
          <a:off x="0" y="0"/>
          <a:ext cx="0" cy="0"/>
          <a:chOff x="0" y="0"/>
          <a:chExt cx="0" cy="0"/>
        </a:xfrm>
      </p:grpSpPr>
      <p:sp>
        <p:nvSpPr>
          <p:cNvPr id="772" name="Google Shape;772;p120"/>
          <p:cNvSpPr txBox="1">
            <a:spLocks noGrp="1"/>
          </p:cNvSpPr>
          <p:nvPr>
            <p:ph type="title"/>
          </p:nvPr>
        </p:nvSpPr>
        <p:spPr>
          <a:xfrm>
            <a:off x="1812726" y="133945"/>
            <a:ext cx="5518548" cy="616149"/>
          </a:xfrm>
          <a:prstGeom prst="rect">
            <a:avLst/>
          </a:prstGeom>
          <a:noFill/>
          <a:ln>
            <a:noFill/>
          </a:ln>
        </p:spPr>
        <p:txBody>
          <a:bodyPr spcFirstLastPara="1" wrap="square" lIns="26775" tIns="26775" rIns="26775" bIns="26775" anchor="ctr" anchorCtr="0">
            <a:noAutofit/>
          </a:bodyPr>
          <a:lstStyle>
            <a:lvl1pPr lvl="0" algn="ctr">
              <a:lnSpc>
                <a:spcPct val="100000"/>
              </a:lnSpc>
              <a:spcBef>
                <a:spcPts val="0"/>
              </a:spcBef>
              <a:spcAft>
                <a:spcPts val="0"/>
              </a:spcAft>
              <a:buClr>
                <a:srgbClr val="606060"/>
              </a:buClr>
              <a:buSzPts val="4400"/>
              <a:buFont typeface="Arial"/>
              <a:buNone/>
              <a:defRPr sz="4400">
                <a:solidFill>
                  <a:srgbClr val="606060"/>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73" name="Google Shape;773;p120"/>
          <p:cNvSpPr txBox="1">
            <a:spLocks noGrp="1"/>
          </p:cNvSpPr>
          <p:nvPr>
            <p:ph type="body" idx="1"/>
          </p:nvPr>
        </p:nvSpPr>
        <p:spPr>
          <a:xfrm>
            <a:off x="1812726" y="897433"/>
            <a:ext cx="5518548" cy="3576341"/>
          </a:xfrm>
          <a:prstGeom prst="rect">
            <a:avLst/>
          </a:prstGeom>
          <a:noFill/>
          <a:ln>
            <a:noFill/>
          </a:ln>
        </p:spPr>
        <p:txBody>
          <a:bodyPr spcFirstLastPara="1" wrap="square" lIns="26775" tIns="26775" rIns="26775" bIns="26775" anchor="ctr" anchorCtr="0">
            <a:noAutofit/>
          </a:bodyPr>
          <a:lstStyle>
            <a:lvl1pPr marL="457200" lvl="0" indent="-467487" algn="l">
              <a:lnSpc>
                <a:spcPct val="100000"/>
              </a:lnSpc>
              <a:spcBef>
                <a:spcPts val="2400"/>
              </a:spcBef>
              <a:spcAft>
                <a:spcPts val="0"/>
              </a:spcAft>
              <a:buClr>
                <a:srgbClr val="606060"/>
              </a:buClr>
              <a:buSzPts val="3762"/>
              <a:buFont typeface="Arial"/>
              <a:buChar char="•"/>
              <a:defRPr sz="2200">
                <a:solidFill>
                  <a:srgbClr val="606060"/>
                </a:solidFill>
                <a:latin typeface="Arial"/>
                <a:ea typeface="Arial"/>
                <a:cs typeface="Arial"/>
                <a:sym typeface="Arial"/>
              </a:defRPr>
            </a:lvl1pPr>
            <a:lvl2pPr marL="914400" lvl="1" indent="-467487" algn="l">
              <a:lnSpc>
                <a:spcPct val="100000"/>
              </a:lnSpc>
              <a:spcBef>
                <a:spcPts val="2400"/>
              </a:spcBef>
              <a:spcAft>
                <a:spcPts val="0"/>
              </a:spcAft>
              <a:buClr>
                <a:srgbClr val="606060"/>
              </a:buClr>
              <a:buSzPts val="3762"/>
              <a:buFont typeface="Arial"/>
              <a:buChar char="•"/>
              <a:defRPr sz="2200">
                <a:solidFill>
                  <a:srgbClr val="606060"/>
                </a:solidFill>
                <a:latin typeface="Arial"/>
                <a:ea typeface="Arial"/>
                <a:cs typeface="Arial"/>
                <a:sym typeface="Arial"/>
              </a:defRPr>
            </a:lvl2pPr>
            <a:lvl3pPr marL="1371600" lvl="2" indent="-467487" algn="l">
              <a:lnSpc>
                <a:spcPct val="100000"/>
              </a:lnSpc>
              <a:spcBef>
                <a:spcPts val="2400"/>
              </a:spcBef>
              <a:spcAft>
                <a:spcPts val="0"/>
              </a:spcAft>
              <a:buClr>
                <a:srgbClr val="606060"/>
              </a:buClr>
              <a:buSzPts val="3762"/>
              <a:buFont typeface="Arial"/>
              <a:buChar char="•"/>
              <a:defRPr sz="2200">
                <a:solidFill>
                  <a:srgbClr val="606060"/>
                </a:solidFill>
                <a:latin typeface="Arial"/>
                <a:ea typeface="Arial"/>
                <a:cs typeface="Arial"/>
                <a:sym typeface="Arial"/>
              </a:defRPr>
            </a:lvl3pPr>
            <a:lvl4pPr marL="1828800" lvl="3" indent="-467487" algn="l">
              <a:lnSpc>
                <a:spcPct val="100000"/>
              </a:lnSpc>
              <a:spcBef>
                <a:spcPts val="2400"/>
              </a:spcBef>
              <a:spcAft>
                <a:spcPts val="0"/>
              </a:spcAft>
              <a:buClr>
                <a:srgbClr val="606060"/>
              </a:buClr>
              <a:buSzPts val="3762"/>
              <a:buFont typeface="Arial"/>
              <a:buChar char="•"/>
              <a:defRPr sz="2200">
                <a:solidFill>
                  <a:srgbClr val="606060"/>
                </a:solidFill>
                <a:latin typeface="Arial"/>
                <a:ea typeface="Arial"/>
                <a:cs typeface="Arial"/>
                <a:sym typeface="Arial"/>
              </a:defRPr>
            </a:lvl4pPr>
            <a:lvl5pPr marL="2286000" lvl="4" indent="-467487" algn="l">
              <a:lnSpc>
                <a:spcPct val="100000"/>
              </a:lnSpc>
              <a:spcBef>
                <a:spcPts val="2400"/>
              </a:spcBef>
              <a:spcAft>
                <a:spcPts val="0"/>
              </a:spcAft>
              <a:buClr>
                <a:srgbClr val="606060"/>
              </a:buClr>
              <a:buSzPts val="3762"/>
              <a:buFont typeface="Arial"/>
              <a:buChar char="•"/>
              <a:defRPr sz="2200">
                <a:solidFill>
                  <a:srgbClr val="606060"/>
                </a:solidFill>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774" name="Google Shape;774;p120"/>
          <p:cNvSpPr txBox="1">
            <a:spLocks noGrp="1"/>
          </p:cNvSpPr>
          <p:nvPr>
            <p:ph type="sldNum" idx="12"/>
          </p:nvPr>
        </p:nvSpPr>
        <p:spPr>
          <a:xfrm>
            <a:off x="4478362" y="4882306"/>
            <a:ext cx="180579" cy="180579"/>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000">
              <a:solidFill>
                <a:srgbClr val="333F48"/>
              </a:solidFill>
              <a:latin typeface="Arial"/>
              <a:ea typeface="Arial"/>
              <a:cs typeface="Arial"/>
              <a:sym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matchingName="Title - Top">
  <p:cSld name="Title - Top 3">
    <p:spTree>
      <p:nvGrpSpPr>
        <p:cNvPr id="1" name="Shape 775"/>
        <p:cNvGrpSpPr/>
        <p:nvPr/>
      </p:nvGrpSpPr>
      <p:grpSpPr>
        <a:xfrm>
          <a:off x="0" y="0"/>
          <a:ext cx="0" cy="0"/>
          <a:chOff x="0" y="0"/>
          <a:chExt cx="0" cy="0"/>
        </a:xfrm>
      </p:grpSpPr>
      <p:sp>
        <p:nvSpPr>
          <p:cNvPr id="776" name="Google Shape;776;p121"/>
          <p:cNvSpPr txBox="1">
            <a:spLocks noGrp="1"/>
          </p:cNvSpPr>
          <p:nvPr>
            <p:ph type="title"/>
          </p:nvPr>
        </p:nvSpPr>
        <p:spPr>
          <a:xfrm>
            <a:off x="1812726" y="133945"/>
            <a:ext cx="5518548" cy="703214"/>
          </a:xfrm>
          <a:prstGeom prst="rect">
            <a:avLst/>
          </a:prstGeom>
          <a:noFill/>
          <a:ln>
            <a:noFill/>
          </a:ln>
        </p:spPr>
        <p:txBody>
          <a:bodyPr spcFirstLastPara="1" wrap="square" lIns="26775" tIns="26775" rIns="26775" bIns="26775" anchor="ctr" anchorCtr="0">
            <a:noAutofit/>
          </a:bodyPr>
          <a:lstStyle>
            <a:lvl1pPr lvl="0" algn="ctr">
              <a:lnSpc>
                <a:spcPct val="100000"/>
              </a:lnSpc>
              <a:spcBef>
                <a:spcPts val="0"/>
              </a:spcBef>
              <a:spcAft>
                <a:spcPts val="0"/>
              </a:spcAft>
              <a:buClr>
                <a:srgbClr val="606060"/>
              </a:buClr>
              <a:buSzPts val="4400"/>
              <a:buFont typeface="Arial"/>
              <a:buNone/>
              <a:defRPr sz="4400">
                <a:solidFill>
                  <a:srgbClr val="606060"/>
                </a:solidFill>
                <a:latin typeface="Arial"/>
                <a:ea typeface="Arial"/>
                <a:cs typeface="Arial"/>
                <a:sym typeface="Aria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77" name="Google Shape;777;p121"/>
          <p:cNvSpPr txBox="1">
            <a:spLocks noGrp="1"/>
          </p:cNvSpPr>
          <p:nvPr>
            <p:ph type="sldNum" idx="12"/>
          </p:nvPr>
        </p:nvSpPr>
        <p:spPr>
          <a:xfrm>
            <a:off x="4478362" y="4882306"/>
            <a:ext cx="180579" cy="180579"/>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000">
              <a:solidFill>
                <a:srgbClr val="333F48"/>
              </a:solidFill>
              <a:latin typeface="Arial"/>
              <a:ea typeface="Arial"/>
              <a:cs typeface="Arial"/>
              <a:sym typeface="Aria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matchingName="Default - Blank copy">
  <p:cSld name="Default - Blank copy 2">
    <p:bg>
      <p:bgPr>
        <a:blipFill>
          <a:blip r:embed="rId2">
            <a:alphaModFix/>
          </a:blip>
          <a:stretch>
            <a:fillRect/>
          </a:stretch>
        </a:blipFill>
        <a:effectLst/>
      </p:bgPr>
    </p:bg>
    <p:spTree>
      <p:nvGrpSpPr>
        <p:cNvPr id="1" name="Shape 778"/>
        <p:cNvGrpSpPr/>
        <p:nvPr/>
      </p:nvGrpSpPr>
      <p:grpSpPr>
        <a:xfrm>
          <a:off x="0" y="0"/>
          <a:ext cx="0" cy="0"/>
          <a:chOff x="0" y="0"/>
          <a:chExt cx="0" cy="0"/>
        </a:xfrm>
      </p:grpSpPr>
      <p:sp>
        <p:nvSpPr>
          <p:cNvPr id="779" name="Google Shape;779;p122"/>
          <p:cNvSpPr txBox="1">
            <a:spLocks noGrp="1"/>
          </p:cNvSpPr>
          <p:nvPr>
            <p:ph type="sldNum" idx="12"/>
          </p:nvPr>
        </p:nvSpPr>
        <p:spPr>
          <a:xfrm>
            <a:off x="7306629" y="4855517"/>
            <a:ext cx="180021" cy="163445"/>
          </a:xfrm>
          <a:prstGeom prst="rect">
            <a:avLst/>
          </a:prstGeom>
          <a:noFill/>
          <a:ln>
            <a:noFill/>
          </a:ln>
        </p:spPr>
        <p:txBody>
          <a:bodyPr spcFirstLastPara="1" wrap="square" lIns="20075" tIns="20075" rIns="20075" bIns="20075" anchor="t" anchorCtr="0">
            <a:sp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000">
              <a:solidFill>
                <a:srgbClr val="333F48"/>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matchingName="Title &amp; Bullets">
  <p:cSld name="Title &amp; Bullets 5">
    <p:spTree>
      <p:nvGrpSpPr>
        <p:cNvPr id="1" name="Shape 780"/>
        <p:cNvGrpSpPr/>
        <p:nvPr/>
      </p:nvGrpSpPr>
      <p:grpSpPr>
        <a:xfrm>
          <a:off x="0" y="0"/>
          <a:ext cx="0" cy="0"/>
          <a:chOff x="0" y="0"/>
          <a:chExt cx="0" cy="0"/>
        </a:xfrm>
      </p:grpSpPr>
      <p:sp>
        <p:nvSpPr>
          <p:cNvPr id="781" name="Google Shape;781;p123"/>
          <p:cNvSpPr txBox="1">
            <a:spLocks noGrp="1"/>
          </p:cNvSpPr>
          <p:nvPr>
            <p:ph type="title"/>
          </p:nvPr>
        </p:nvSpPr>
        <p:spPr>
          <a:xfrm>
            <a:off x="1812726" y="133945"/>
            <a:ext cx="5518548" cy="636241"/>
          </a:xfrm>
          <a:prstGeom prst="rect">
            <a:avLst/>
          </a:prstGeom>
          <a:noFill/>
          <a:ln>
            <a:noFill/>
          </a:ln>
        </p:spPr>
        <p:txBody>
          <a:bodyPr spcFirstLastPara="1" wrap="square" lIns="26775" tIns="26775" rIns="26775" bIns="26775" anchor="ctr" anchorCtr="0">
            <a:noAutofit/>
          </a:bodyPr>
          <a:lstStyle>
            <a:lvl1pPr lvl="0" algn="ctr">
              <a:lnSpc>
                <a:spcPct val="100000"/>
              </a:lnSpc>
              <a:spcBef>
                <a:spcPts val="0"/>
              </a:spcBef>
              <a:spcAft>
                <a:spcPts val="0"/>
              </a:spcAft>
              <a:buClr>
                <a:srgbClr val="000000"/>
              </a:buClr>
              <a:buSzPts val="3600"/>
              <a:buFont typeface="Arial"/>
              <a:buNone/>
              <a:defRPr>
                <a:solidFill>
                  <a:srgbClr val="000000"/>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82" name="Google Shape;782;p123"/>
          <p:cNvSpPr txBox="1">
            <a:spLocks noGrp="1"/>
          </p:cNvSpPr>
          <p:nvPr>
            <p:ph type="body" idx="1"/>
          </p:nvPr>
        </p:nvSpPr>
        <p:spPr>
          <a:xfrm>
            <a:off x="1812726" y="1024681"/>
            <a:ext cx="5518548" cy="3449093"/>
          </a:xfrm>
          <a:prstGeom prst="rect">
            <a:avLst/>
          </a:prstGeom>
          <a:noFill/>
          <a:ln>
            <a:noFill/>
          </a:ln>
        </p:spPr>
        <p:txBody>
          <a:bodyPr spcFirstLastPara="1" wrap="square" lIns="26775" tIns="26775" rIns="26775" bIns="26775" anchor="ctr" anchorCtr="0">
            <a:noAutofit/>
          </a:bodyPr>
          <a:lstStyle>
            <a:lvl1pPr marL="457200" lvl="0" indent="-342900" algn="l">
              <a:lnSpc>
                <a:spcPct val="100000"/>
              </a:lnSpc>
              <a:spcBef>
                <a:spcPts val="900"/>
              </a:spcBef>
              <a:spcAft>
                <a:spcPts val="0"/>
              </a:spcAft>
              <a:buClr>
                <a:srgbClr val="444444"/>
              </a:buClr>
              <a:buSzPts val="1800"/>
              <a:buFont typeface="Arial"/>
              <a:buChar char="•"/>
              <a:defRPr sz="1800">
                <a:solidFill>
                  <a:srgbClr val="444444"/>
                </a:solidFill>
                <a:latin typeface="Arial"/>
                <a:ea typeface="Arial"/>
                <a:cs typeface="Arial"/>
                <a:sym typeface="Arial"/>
              </a:defRPr>
            </a:lvl1pPr>
            <a:lvl2pPr marL="914400" lvl="1" indent="-342900" algn="l">
              <a:lnSpc>
                <a:spcPct val="100000"/>
              </a:lnSpc>
              <a:spcBef>
                <a:spcPts val="900"/>
              </a:spcBef>
              <a:spcAft>
                <a:spcPts val="0"/>
              </a:spcAft>
              <a:buClr>
                <a:srgbClr val="444444"/>
              </a:buClr>
              <a:buSzPts val="1800"/>
              <a:buFont typeface="Arial"/>
              <a:buChar char="•"/>
              <a:defRPr sz="1800">
                <a:solidFill>
                  <a:srgbClr val="444444"/>
                </a:solidFill>
                <a:latin typeface="Arial"/>
                <a:ea typeface="Arial"/>
                <a:cs typeface="Arial"/>
                <a:sym typeface="Arial"/>
              </a:defRPr>
            </a:lvl2pPr>
            <a:lvl3pPr marL="1371600" lvl="2" indent="-342900" algn="l">
              <a:lnSpc>
                <a:spcPct val="100000"/>
              </a:lnSpc>
              <a:spcBef>
                <a:spcPts val="900"/>
              </a:spcBef>
              <a:spcAft>
                <a:spcPts val="0"/>
              </a:spcAft>
              <a:buClr>
                <a:srgbClr val="444444"/>
              </a:buClr>
              <a:buSzPts val="1800"/>
              <a:buFont typeface="Arial"/>
              <a:buChar char="•"/>
              <a:defRPr sz="1800">
                <a:solidFill>
                  <a:srgbClr val="444444"/>
                </a:solidFill>
                <a:latin typeface="Arial"/>
                <a:ea typeface="Arial"/>
                <a:cs typeface="Arial"/>
                <a:sym typeface="Arial"/>
              </a:defRPr>
            </a:lvl3pPr>
            <a:lvl4pPr marL="1828800" lvl="3" indent="-342900" algn="l">
              <a:lnSpc>
                <a:spcPct val="100000"/>
              </a:lnSpc>
              <a:spcBef>
                <a:spcPts val="900"/>
              </a:spcBef>
              <a:spcAft>
                <a:spcPts val="0"/>
              </a:spcAft>
              <a:buClr>
                <a:srgbClr val="444444"/>
              </a:buClr>
              <a:buSzPts val="1800"/>
              <a:buFont typeface="Arial"/>
              <a:buChar char="•"/>
              <a:defRPr sz="1800">
                <a:solidFill>
                  <a:srgbClr val="444444"/>
                </a:solidFill>
                <a:latin typeface="Arial"/>
                <a:ea typeface="Arial"/>
                <a:cs typeface="Arial"/>
                <a:sym typeface="Arial"/>
              </a:defRPr>
            </a:lvl4pPr>
            <a:lvl5pPr marL="2286000" lvl="4" indent="-342900" algn="l">
              <a:lnSpc>
                <a:spcPct val="100000"/>
              </a:lnSpc>
              <a:spcBef>
                <a:spcPts val="900"/>
              </a:spcBef>
              <a:spcAft>
                <a:spcPts val="0"/>
              </a:spcAft>
              <a:buClr>
                <a:srgbClr val="444444"/>
              </a:buClr>
              <a:buSzPts val="1800"/>
              <a:buFont typeface="Arial"/>
              <a:buChar char="•"/>
              <a:defRPr sz="1800">
                <a:solidFill>
                  <a:srgbClr val="444444"/>
                </a:solidFill>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783" name="Google Shape;783;p123"/>
          <p:cNvSpPr txBox="1">
            <a:spLocks noGrp="1"/>
          </p:cNvSpPr>
          <p:nvPr>
            <p:ph type="sldNum" idx="12"/>
          </p:nvPr>
        </p:nvSpPr>
        <p:spPr>
          <a:xfrm>
            <a:off x="4478362" y="4882306"/>
            <a:ext cx="180579" cy="180579"/>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000">
              <a:solidFill>
                <a:srgbClr val="333F48"/>
              </a:solidFill>
              <a:latin typeface="Arial"/>
              <a:ea typeface="Arial"/>
              <a:cs typeface="Arial"/>
              <a:sym typeface="Aria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matchingName="Title Only - No Footer">
  <p:cSld name="Title Only - No Footer 8">
    <p:spTree>
      <p:nvGrpSpPr>
        <p:cNvPr id="1" name="Shape 784"/>
        <p:cNvGrpSpPr/>
        <p:nvPr/>
      </p:nvGrpSpPr>
      <p:grpSpPr>
        <a:xfrm>
          <a:off x="0" y="0"/>
          <a:ext cx="0" cy="0"/>
          <a:chOff x="0" y="0"/>
          <a:chExt cx="0" cy="0"/>
        </a:xfrm>
      </p:grpSpPr>
      <p:cxnSp>
        <p:nvCxnSpPr>
          <p:cNvPr id="785" name="Google Shape;785;p12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786" name="Google Shape;786;p124"/>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787" name="Google Shape;787;p124" descr="image1.png"/>
          <p:cNvPicPr preferRelativeResize="0"/>
          <p:nvPr/>
        </p:nvPicPr>
        <p:blipFill rotWithShape="1">
          <a:blip r:embed="rId2">
            <a:alphaModFix/>
          </a:blip>
          <a:srcRect/>
          <a:stretch/>
        </p:blipFill>
        <p:spPr>
          <a:xfrm>
            <a:off x="6375365" y="4805364"/>
            <a:ext cx="1561391" cy="114305"/>
          </a:xfrm>
          <a:prstGeom prst="rect">
            <a:avLst/>
          </a:prstGeom>
          <a:noFill/>
          <a:ln>
            <a:noFill/>
          </a:ln>
        </p:spPr>
      </p:pic>
      <p:pic>
        <p:nvPicPr>
          <p:cNvPr id="788" name="Google Shape;788;p124" descr="image2.png"/>
          <p:cNvPicPr preferRelativeResize="0"/>
          <p:nvPr/>
        </p:nvPicPr>
        <p:blipFill rotWithShape="1">
          <a:blip r:embed="rId3">
            <a:alphaModFix/>
          </a:blip>
          <a:srcRect/>
          <a:stretch/>
        </p:blipFill>
        <p:spPr>
          <a:xfrm>
            <a:off x="672806" y="4626605"/>
            <a:ext cx="704042" cy="419744"/>
          </a:xfrm>
          <a:prstGeom prst="rect">
            <a:avLst/>
          </a:prstGeom>
          <a:noFill/>
          <a:ln>
            <a:noFill/>
          </a:ln>
        </p:spPr>
      </p:pic>
      <p:sp>
        <p:nvSpPr>
          <p:cNvPr id="789" name="Google Shape;789;p124"/>
          <p:cNvSpPr/>
          <p:nvPr/>
        </p:nvSpPr>
        <p:spPr>
          <a:xfrm>
            <a:off x="0" y="0"/>
            <a:ext cx="9144000" cy="5143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http://www.google.com/url?sa=i&amp;rct=j&amp;q=&amp;esrc=s&amp;source=images&amp;cd=&amp;ved=0CAcQjRw&amp;url=http%3A%2F%2Fja.brc.riken.jp%2Flab%2Fbpmp%2FSDOP%2Fen%2Fmc%2Ftail-suspension%2Ffilter_index.html&amp;ei=d05IVajkFMGoNvzmgfgO&amp;bvm=bv.92291466,d.eXY&amp;psig=AFQjCNFPuY7vswwsajl4U41HXcLEWggLOw&amp;ust=1430888438638452 http://www.google.com/url?sa=i&amp;rct=j&amp;q=&amp;esrc=s&amp;source=images&amp;cd=&amp;ved=0CAcQjRw&amp;url=http%3A%2F%2Fja.brc.riken.jp%2Flab%2Fbpmp%2FSDOP%2Fen%2Fmc%2Ftail-suspension%2Ffilter_index.html&amp;ei=d05IVajkFMGoNvzmgfgO&amp;bvm=bv.92291466,d.eXY&amp;psig=AFQjCNFPuY7vswwsajl4U41HXcLEWggLOw&amp;ust=1430888438638452</a:t>
            </a:r>
            <a:endParaRPr sz="1400" b="0" i="0" u="none" strike="noStrike" cap="none">
              <a:solidFill>
                <a:srgbClr val="000000"/>
              </a:solidFill>
              <a:latin typeface="Arial"/>
              <a:ea typeface="Arial"/>
              <a:cs typeface="Arial"/>
              <a:sym typeface="Arial"/>
            </a:endParaRPr>
          </a:p>
        </p:txBody>
      </p:sp>
      <p:sp>
        <p:nvSpPr>
          <p:cNvPr id="790" name="Google Shape;790;p124"/>
          <p:cNvSpPr/>
          <p:nvPr/>
        </p:nvSpPr>
        <p:spPr>
          <a:xfrm>
            <a:off x="0" y="0"/>
            <a:ext cx="152400"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91" name="Google Shape;791;p124"/>
          <p:cNvSpPr/>
          <p:nvPr/>
        </p:nvSpPr>
        <p:spPr>
          <a:xfrm>
            <a:off x="152400" y="0"/>
            <a:ext cx="304800" cy="5143500"/>
          </a:xfrm>
          <a:prstGeom prst="rect">
            <a:avLst/>
          </a:prstGeom>
          <a:solidFill>
            <a:srgbClr val="4F669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92" name="Google Shape;792;p124"/>
          <p:cNvSpPr txBox="1">
            <a:spLocks noGrp="1"/>
          </p:cNvSpPr>
          <p:nvPr>
            <p:ph type="title"/>
          </p:nvPr>
        </p:nvSpPr>
        <p:spPr>
          <a:xfrm>
            <a:off x="941446" y="205978"/>
            <a:ext cx="7885057" cy="99417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93" name="Google Shape;793;p124"/>
          <p:cNvSpPr txBox="1">
            <a:spLocks noGrp="1"/>
          </p:cNvSpPr>
          <p:nvPr>
            <p:ph type="sldNum" idx="12"/>
          </p:nvPr>
        </p:nvSpPr>
        <p:spPr>
          <a:xfrm>
            <a:off x="6553200" y="4514069"/>
            <a:ext cx="2133600" cy="22698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matchingName="Title &amp; Bullets">
  <p:cSld name="Title &amp; Bullets 6">
    <p:spTree>
      <p:nvGrpSpPr>
        <p:cNvPr id="1" name="Shape 794"/>
        <p:cNvGrpSpPr/>
        <p:nvPr/>
      </p:nvGrpSpPr>
      <p:grpSpPr>
        <a:xfrm>
          <a:off x="0" y="0"/>
          <a:ext cx="0" cy="0"/>
          <a:chOff x="0" y="0"/>
          <a:chExt cx="0" cy="0"/>
        </a:xfrm>
      </p:grpSpPr>
      <p:sp>
        <p:nvSpPr>
          <p:cNvPr id="795" name="Google Shape;795;p125"/>
          <p:cNvSpPr txBox="1">
            <a:spLocks noGrp="1"/>
          </p:cNvSpPr>
          <p:nvPr>
            <p:ph type="title"/>
          </p:nvPr>
        </p:nvSpPr>
        <p:spPr>
          <a:xfrm>
            <a:off x="2502544" y="743396"/>
            <a:ext cx="4138912" cy="477181"/>
          </a:xfrm>
          <a:prstGeom prst="rect">
            <a:avLst/>
          </a:prstGeom>
          <a:noFill/>
          <a:ln>
            <a:noFill/>
          </a:ln>
        </p:spPr>
        <p:txBody>
          <a:bodyPr spcFirstLastPara="1" wrap="square" lIns="20075" tIns="20075" rIns="20075" bIns="20075" anchor="ctr" anchorCtr="0">
            <a:noAutofit/>
          </a:bodyPr>
          <a:lstStyle>
            <a:lvl1pPr lvl="0" algn="ctr">
              <a:lnSpc>
                <a:spcPct val="100000"/>
              </a:lnSpc>
              <a:spcBef>
                <a:spcPts val="0"/>
              </a:spcBef>
              <a:spcAft>
                <a:spcPts val="0"/>
              </a:spcAft>
              <a:buClr>
                <a:srgbClr val="000000"/>
              </a:buClr>
              <a:buSzPts val="3400"/>
              <a:buFont typeface="Arial"/>
              <a:buNone/>
              <a:defRPr sz="3400">
                <a:solidFill>
                  <a:srgbClr val="000000"/>
                </a:solidFill>
              </a:defRPr>
            </a:lvl1pPr>
            <a:lvl2pPr lvl="1" algn="l">
              <a:lnSpc>
                <a:spcPct val="100000"/>
              </a:lnSpc>
              <a:spcBef>
                <a:spcPts val="0"/>
              </a:spcBef>
              <a:spcAft>
                <a:spcPts val="0"/>
              </a:spcAft>
              <a:buClr>
                <a:schemeClr val="accent1"/>
              </a:buClr>
              <a:buSzPts val="1800"/>
              <a:buNone/>
              <a:defRPr/>
            </a:lvl2pPr>
            <a:lvl3pPr lvl="2" algn="l">
              <a:lnSpc>
                <a:spcPct val="100000"/>
              </a:lnSpc>
              <a:spcBef>
                <a:spcPts val="0"/>
              </a:spcBef>
              <a:spcAft>
                <a:spcPts val="0"/>
              </a:spcAft>
              <a:buClr>
                <a:schemeClr val="accent1"/>
              </a:buClr>
              <a:buSzPts val="1800"/>
              <a:buNone/>
              <a:defRPr/>
            </a:lvl3pPr>
            <a:lvl4pPr lvl="3" algn="l">
              <a:lnSpc>
                <a:spcPct val="100000"/>
              </a:lnSpc>
              <a:spcBef>
                <a:spcPts val="0"/>
              </a:spcBef>
              <a:spcAft>
                <a:spcPts val="0"/>
              </a:spcAft>
              <a:buClr>
                <a:schemeClr val="accent1"/>
              </a:buClr>
              <a:buSzPts val="1800"/>
              <a:buNone/>
              <a:defRPr/>
            </a:lvl4pPr>
            <a:lvl5pPr lvl="4" algn="l">
              <a:lnSpc>
                <a:spcPct val="100000"/>
              </a:lnSpc>
              <a:spcBef>
                <a:spcPts val="0"/>
              </a:spcBef>
              <a:spcAft>
                <a:spcPts val="0"/>
              </a:spcAft>
              <a:buClr>
                <a:schemeClr val="accent1"/>
              </a:buClr>
              <a:buSzPts val="1800"/>
              <a:buNone/>
              <a:defRPr/>
            </a:lvl5pPr>
            <a:lvl6pPr lvl="5" algn="l">
              <a:lnSpc>
                <a:spcPct val="100000"/>
              </a:lnSpc>
              <a:spcBef>
                <a:spcPts val="0"/>
              </a:spcBef>
              <a:spcAft>
                <a:spcPts val="0"/>
              </a:spcAft>
              <a:buClr>
                <a:schemeClr val="accent1"/>
              </a:buClr>
              <a:buSzPts val="1800"/>
              <a:buNone/>
              <a:defRPr/>
            </a:lvl6pPr>
            <a:lvl7pPr lvl="6" algn="l">
              <a:lnSpc>
                <a:spcPct val="100000"/>
              </a:lnSpc>
              <a:spcBef>
                <a:spcPts val="0"/>
              </a:spcBef>
              <a:spcAft>
                <a:spcPts val="0"/>
              </a:spcAft>
              <a:buClr>
                <a:schemeClr val="accent1"/>
              </a:buClr>
              <a:buSzPts val="1800"/>
              <a:buNone/>
              <a:defRPr/>
            </a:lvl7pPr>
            <a:lvl8pPr lvl="7" algn="l">
              <a:lnSpc>
                <a:spcPct val="100000"/>
              </a:lnSpc>
              <a:spcBef>
                <a:spcPts val="0"/>
              </a:spcBef>
              <a:spcAft>
                <a:spcPts val="0"/>
              </a:spcAft>
              <a:buClr>
                <a:schemeClr val="accent1"/>
              </a:buClr>
              <a:buSzPts val="1800"/>
              <a:buNone/>
              <a:defRPr/>
            </a:lvl8pPr>
            <a:lvl9pPr lvl="8" algn="l">
              <a:lnSpc>
                <a:spcPct val="100000"/>
              </a:lnSpc>
              <a:spcBef>
                <a:spcPts val="0"/>
              </a:spcBef>
              <a:spcAft>
                <a:spcPts val="0"/>
              </a:spcAft>
              <a:buClr>
                <a:schemeClr val="accent1"/>
              </a:buClr>
              <a:buSzPts val="1800"/>
              <a:buNone/>
              <a:defRPr/>
            </a:lvl9pPr>
          </a:lstStyle>
          <a:p>
            <a:endParaRPr/>
          </a:p>
        </p:txBody>
      </p:sp>
      <p:sp>
        <p:nvSpPr>
          <p:cNvPr id="796" name="Google Shape;796;p125"/>
          <p:cNvSpPr txBox="1">
            <a:spLocks noGrp="1"/>
          </p:cNvSpPr>
          <p:nvPr>
            <p:ph type="body" idx="1"/>
          </p:nvPr>
        </p:nvSpPr>
        <p:spPr>
          <a:xfrm>
            <a:off x="2502544" y="1411448"/>
            <a:ext cx="4138912" cy="2586820"/>
          </a:xfrm>
          <a:prstGeom prst="rect">
            <a:avLst/>
          </a:prstGeom>
          <a:noFill/>
          <a:ln>
            <a:noFill/>
          </a:ln>
        </p:spPr>
        <p:txBody>
          <a:bodyPr spcFirstLastPara="1" wrap="square" lIns="20075" tIns="20075" rIns="20075" bIns="20075" anchor="ctr" anchorCtr="0">
            <a:noAutofit/>
          </a:bodyPr>
          <a:lstStyle>
            <a:lvl1pPr marL="457200" lvl="0" indent="-330200" algn="l">
              <a:lnSpc>
                <a:spcPct val="100000"/>
              </a:lnSpc>
              <a:spcBef>
                <a:spcPts val="1200"/>
              </a:spcBef>
              <a:spcAft>
                <a:spcPts val="0"/>
              </a:spcAft>
              <a:buClr>
                <a:srgbClr val="444444"/>
              </a:buClr>
              <a:buSzPts val="1600"/>
              <a:buFont typeface="Arial"/>
              <a:buChar char="•"/>
              <a:defRPr sz="1600">
                <a:solidFill>
                  <a:srgbClr val="444444"/>
                </a:solidFill>
                <a:latin typeface="Arial"/>
                <a:ea typeface="Arial"/>
                <a:cs typeface="Arial"/>
                <a:sym typeface="Arial"/>
              </a:defRPr>
            </a:lvl1pPr>
            <a:lvl2pPr marL="914400" lvl="1" indent="-330200" algn="l">
              <a:lnSpc>
                <a:spcPct val="100000"/>
              </a:lnSpc>
              <a:spcBef>
                <a:spcPts val="1200"/>
              </a:spcBef>
              <a:spcAft>
                <a:spcPts val="0"/>
              </a:spcAft>
              <a:buClr>
                <a:srgbClr val="444444"/>
              </a:buClr>
              <a:buSzPts val="1600"/>
              <a:buFont typeface="Arial"/>
              <a:buChar char="•"/>
              <a:defRPr sz="1600">
                <a:solidFill>
                  <a:srgbClr val="444444"/>
                </a:solidFill>
                <a:latin typeface="Arial"/>
                <a:ea typeface="Arial"/>
                <a:cs typeface="Arial"/>
                <a:sym typeface="Arial"/>
              </a:defRPr>
            </a:lvl2pPr>
            <a:lvl3pPr marL="1371600" lvl="2" indent="-330200" algn="l">
              <a:lnSpc>
                <a:spcPct val="100000"/>
              </a:lnSpc>
              <a:spcBef>
                <a:spcPts val="1200"/>
              </a:spcBef>
              <a:spcAft>
                <a:spcPts val="0"/>
              </a:spcAft>
              <a:buClr>
                <a:srgbClr val="444444"/>
              </a:buClr>
              <a:buSzPts val="1600"/>
              <a:buFont typeface="Arial"/>
              <a:buChar char="•"/>
              <a:defRPr sz="1600">
                <a:solidFill>
                  <a:srgbClr val="444444"/>
                </a:solidFill>
                <a:latin typeface="Arial"/>
                <a:ea typeface="Arial"/>
                <a:cs typeface="Arial"/>
                <a:sym typeface="Arial"/>
              </a:defRPr>
            </a:lvl3pPr>
            <a:lvl4pPr marL="1828800" lvl="3" indent="-330200" algn="l">
              <a:lnSpc>
                <a:spcPct val="100000"/>
              </a:lnSpc>
              <a:spcBef>
                <a:spcPts val="1200"/>
              </a:spcBef>
              <a:spcAft>
                <a:spcPts val="0"/>
              </a:spcAft>
              <a:buClr>
                <a:srgbClr val="444444"/>
              </a:buClr>
              <a:buSzPts val="1600"/>
              <a:buFont typeface="Arial"/>
              <a:buChar char="•"/>
              <a:defRPr sz="1600">
                <a:solidFill>
                  <a:srgbClr val="444444"/>
                </a:solidFill>
                <a:latin typeface="Arial"/>
                <a:ea typeface="Arial"/>
                <a:cs typeface="Arial"/>
                <a:sym typeface="Arial"/>
              </a:defRPr>
            </a:lvl4pPr>
            <a:lvl5pPr marL="2286000" lvl="4" indent="-330200" algn="l">
              <a:lnSpc>
                <a:spcPct val="100000"/>
              </a:lnSpc>
              <a:spcBef>
                <a:spcPts val="1200"/>
              </a:spcBef>
              <a:spcAft>
                <a:spcPts val="0"/>
              </a:spcAft>
              <a:buClr>
                <a:srgbClr val="444444"/>
              </a:buClr>
              <a:buSzPts val="1600"/>
              <a:buFont typeface="Arial"/>
              <a:buChar char="•"/>
              <a:defRPr sz="1600">
                <a:solidFill>
                  <a:srgbClr val="444444"/>
                </a:solidFill>
                <a:latin typeface="Arial"/>
                <a:ea typeface="Arial"/>
                <a:cs typeface="Arial"/>
                <a:sym typeface="Arial"/>
              </a:defRPr>
            </a:lvl5pPr>
            <a:lvl6pPr marL="2743200" lvl="5" indent="-342900" algn="l">
              <a:lnSpc>
                <a:spcPct val="102000"/>
              </a:lnSpc>
              <a:spcBef>
                <a:spcPts val="1400"/>
              </a:spcBef>
              <a:spcAft>
                <a:spcPts val="0"/>
              </a:spcAft>
              <a:buClr>
                <a:srgbClr val="333F48"/>
              </a:buClr>
              <a:buSzPts val="1800"/>
              <a:buChar char="•"/>
              <a:defRPr/>
            </a:lvl6pPr>
            <a:lvl7pPr marL="3200400" lvl="6" indent="-342900" algn="l">
              <a:lnSpc>
                <a:spcPct val="102000"/>
              </a:lnSpc>
              <a:spcBef>
                <a:spcPts val="1400"/>
              </a:spcBef>
              <a:spcAft>
                <a:spcPts val="0"/>
              </a:spcAft>
              <a:buClr>
                <a:srgbClr val="333F48"/>
              </a:buClr>
              <a:buSzPts val="1800"/>
              <a:buChar char="•"/>
              <a:defRPr/>
            </a:lvl7pPr>
            <a:lvl8pPr marL="3657600" lvl="7" indent="-342900" algn="l">
              <a:lnSpc>
                <a:spcPct val="102000"/>
              </a:lnSpc>
              <a:spcBef>
                <a:spcPts val="1400"/>
              </a:spcBef>
              <a:spcAft>
                <a:spcPts val="0"/>
              </a:spcAft>
              <a:buClr>
                <a:srgbClr val="333F48"/>
              </a:buClr>
              <a:buSzPts val="1800"/>
              <a:buChar char="•"/>
              <a:defRPr/>
            </a:lvl8pPr>
            <a:lvl9pPr marL="4114800" lvl="8" indent="-342900" algn="l">
              <a:lnSpc>
                <a:spcPct val="102000"/>
              </a:lnSpc>
              <a:spcBef>
                <a:spcPts val="1400"/>
              </a:spcBef>
              <a:spcAft>
                <a:spcPts val="0"/>
              </a:spcAft>
              <a:buClr>
                <a:srgbClr val="333F48"/>
              </a:buClr>
              <a:buSzPts val="1800"/>
              <a:buChar char="•"/>
              <a:defRPr/>
            </a:lvl9pPr>
          </a:lstStyle>
          <a:p>
            <a:endParaRPr/>
          </a:p>
        </p:txBody>
      </p:sp>
      <p:sp>
        <p:nvSpPr>
          <p:cNvPr id="797" name="Google Shape;797;p125"/>
          <p:cNvSpPr txBox="1">
            <a:spLocks noGrp="1"/>
          </p:cNvSpPr>
          <p:nvPr>
            <p:ph type="sldNum" idx="12"/>
          </p:nvPr>
        </p:nvSpPr>
        <p:spPr>
          <a:xfrm>
            <a:off x="4492246" y="4304667"/>
            <a:ext cx="154485" cy="154485"/>
          </a:xfrm>
          <a:prstGeom prst="rect">
            <a:avLst/>
          </a:prstGeom>
          <a:noFill/>
          <a:ln>
            <a:noFill/>
          </a:ln>
        </p:spPr>
        <p:txBody>
          <a:bodyPr spcFirstLastPara="1" wrap="square" lIns="20075" tIns="20075" rIns="20075" bIns="20075" anchor="t" anchorCtr="0">
            <a:spAutoFit/>
          </a:bodyPr>
          <a:lstStyle>
            <a:lvl1pPr marL="0" marR="0" lvl="0"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000">
              <a:solidFill>
                <a:srgbClr val="333F48"/>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theme" Target="../theme/theme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cxnSp>
        <p:nvCxnSpPr>
          <p:cNvPr id="6" name="Google Shape;6;p3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cxnSp>
        <p:nvCxnSpPr>
          <p:cNvPr id="7" name="Google Shape;7;p33"/>
          <p:cNvCxnSpPr/>
          <p:nvPr/>
        </p:nvCxnSpPr>
        <p:spPr>
          <a:xfrm flipH="1">
            <a:off x="8267702" y="4739878"/>
            <a:ext cx="1589" cy="404218"/>
          </a:xfrm>
          <a:prstGeom prst="straightConnector1">
            <a:avLst/>
          </a:prstGeom>
          <a:noFill/>
          <a:ln w="9525" cap="flat" cmpd="sng">
            <a:solidFill>
              <a:schemeClr val="accent1"/>
            </a:solidFill>
            <a:prstDash val="solid"/>
            <a:round/>
            <a:headEnd type="none" w="sm" len="sm"/>
            <a:tailEnd type="none" w="sm" len="sm"/>
          </a:ln>
        </p:spPr>
      </p:cxnSp>
      <p:pic>
        <p:nvPicPr>
          <p:cNvPr id="8" name="Google Shape;8;p33" descr="FooterText.png"/>
          <p:cNvPicPr preferRelativeResize="0"/>
          <p:nvPr/>
        </p:nvPicPr>
        <p:blipFill rotWithShape="1">
          <a:blip r:embed="rId93">
            <a:alphaModFix/>
          </a:blip>
          <a:srcRect/>
          <a:stretch/>
        </p:blipFill>
        <p:spPr>
          <a:xfrm>
            <a:off x="6375365" y="4805364"/>
            <a:ext cx="1561391" cy="114305"/>
          </a:xfrm>
          <a:prstGeom prst="rect">
            <a:avLst/>
          </a:prstGeom>
          <a:noFill/>
          <a:ln>
            <a:noFill/>
          </a:ln>
        </p:spPr>
      </p:pic>
      <p:pic>
        <p:nvPicPr>
          <p:cNvPr id="9" name="Google Shape;9;p33" descr="bugs-01.png"/>
          <p:cNvPicPr preferRelativeResize="0"/>
          <p:nvPr/>
        </p:nvPicPr>
        <p:blipFill rotWithShape="1">
          <a:blip r:embed="rId94">
            <a:alphaModFix/>
          </a:blip>
          <a:srcRect/>
          <a:stretch/>
        </p:blipFill>
        <p:spPr>
          <a:xfrm>
            <a:off x="672806" y="4626605"/>
            <a:ext cx="704042" cy="419744"/>
          </a:xfrm>
          <a:prstGeom prst="rect">
            <a:avLst/>
          </a:prstGeom>
          <a:noFill/>
          <a:ln>
            <a:noFill/>
          </a:ln>
        </p:spPr>
      </p:pic>
      <p:sp>
        <p:nvSpPr>
          <p:cNvPr id="10" name="Google Shape;10;p33"/>
          <p:cNvSpPr txBox="1">
            <a:spLocks noGrp="1"/>
          </p:cNvSpPr>
          <p:nvPr>
            <p:ph type="title"/>
          </p:nvPr>
        </p:nvSpPr>
        <p:spPr>
          <a:xfrm>
            <a:off x="941446" y="0"/>
            <a:ext cx="7885057" cy="1063229"/>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accent1"/>
              </a:buClr>
              <a:buSzPts val="3600"/>
              <a:buFont typeface="Arial"/>
              <a:buNone/>
              <a:defRPr sz="36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chemeClr val="accent1"/>
              </a:buClr>
              <a:buSzPts val="3600"/>
              <a:buFont typeface="Arial"/>
              <a:buNone/>
              <a:defRPr sz="3600" b="0" i="0" u="none" strike="noStrike" cap="none">
                <a:solidFill>
                  <a:schemeClr val="accent1"/>
                </a:solidFill>
                <a:latin typeface="Arial"/>
                <a:ea typeface="Arial"/>
                <a:cs typeface="Arial"/>
                <a:sym typeface="Arial"/>
              </a:defRPr>
            </a:lvl2pPr>
            <a:lvl3pPr marR="0" lvl="2" algn="l" rtl="0">
              <a:lnSpc>
                <a:spcPct val="100000"/>
              </a:lnSpc>
              <a:spcBef>
                <a:spcPts val="0"/>
              </a:spcBef>
              <a:spcAft>
                <a:spcPts val="0"/>
              </a:spcAft>
              <a:buClr>
                <a:schemeClr val="accent1"/>
              </a:buClr>
              <a:buSzPts val="3600"/>
              <a:buFont typeface="Arial"/>
              <a:buNone/>
              <a:defRPr sz="3600" b="0" i="0" u="none" strike="noStrike" cap="none">
                <a:solidFill>
                  <a:schemeClr val="accent1"/>
                </a:solidFill>
                <a:latin typeface="Arial"/>
                <a:ea typeface="Arial"/>
                <a:cs typeface="Arial"/>
                <a:sym typeface="Arial"/>
              </a:defRPr>
            </a:lvl3pPr>
            <a:lvl4pPr marR="0" lvl="3" algn="l" rtl="0">
              <a:lnSpc>
                <a:spcPct val="100000"/>
              </a:lnSpc>
              <a:spcBef>
                <a:spcPts val="0"/>
              </a:spcBef>
              <a:spcAft>
                <a:spcPts val="0"/>
              </a:spcAft>
              <a:buClr>
                <a:schemeClr val="accent1"/>
              </a:buClr>
              <a:buSzPts val="3600"/>
              <a:buFont typeface="Arial"/>
              <a:buNone/>
              <a:defRPr sz="3600" b="0" i="0" u="none" strike="noStrike" cap="none">
                <a:solidFill>
                  <a:schemeClr val="accent1"/>
                </a:solidFill>
                <a:latin typeface="Arial"/>
                <a:ea typeface="Arial"/>
                <a:cs typeface="Arial"/>
                <a:sym typeface="Arial"/>
              </a:defRPr>
            </a:lvl4pPr>
            <a:lvl5pPr marR="0" lvl="4" algn="l" rtl="0">
              <a:lnSpc>
                <a:spcPct val="100000"/>
              </a:lnSpc>
              <a:spcBef>
                <a:spcPts val="0"/>
              </a:spcBef>
              <a:spcAft>
                <a:spcPts val="0"/>
              </a:spcAft>
              <a:buClr>
                <a:schemeClr val="accent1"/>
              </a:buClr>
              <a:buSzPts val="3600"/>
              <a:buFont typeface="Arial"/>
              <a:buNone/>
              <a:defRPr sz="3600" b="0" i="0" u="none" strike="noStrike" cap="none">
                <a:solidFill>
                  <a:schemeClr val="accent1"/>
                </a:solidFill>
                <a:latin typeface="Arial"/>
                <a:ea typeface="Arial"/>
                <a:cs typeface="Arial"/>
                <a:sym typeface="Arial"/>
              </a:defRPr>
            </a:lvl5pPr>
            <a:lvl6pPr marR="0" lvl="5" algn="l" rtl="0">
              <a:lnSpc>
                <a:spcPct val="100000"/>
              </a:lnSpc>
              <a:spcBef>
                <a:spcPts val="0"/>
              </a:spcBef>
              <a:spcAft>
                <a:spcPts val="0"/>
              </a:spcAft>
              <a:buClr>
                <a:schemeClr val="accent1"/>
              </a:buClr>
              <a:buSzPts val="3600"/>
              <a:buFont typeface="Arial"/>
              <a:buNone/>
              <a:defRPr sz="3600" b="0" i="0" u="none" strike="noStrike" cap="none">
                <a:solidFill>
                  <a:schemeClr val="accent1"/>
                </a:solidFill>
                <a:latin typeface="Arial"/>
                <a:ea typeface="Arial"/>
                <a:cs typeface="Arial"/>
                <a:sym typeface="Arial"/>
              </a:defRPr>
            </a:lvl6pPr>
            <a:lvl7pPr marR="0" lvl="6" algn="l" rtl="0">
              <a:lnSpc>
                <a:spcPct val="100000"/>
              </a:lnSpc>
              <a:spcBef>
                <a:spcPts val="0"/>
              </a:spcBef>
              <a:spcAft>
                <a:spcPts val="0"/>
              </a:spcAft>
              <a:buClr>
                <a:schemeClr val="accent1"/>
              </a:buClr>
              <a:buSzPts val="3600"/>
              <a:buFont typeface="Arial"/>
              <a:buNone/>
              <a:defRPr sz="3600" b="0" i="0" u="none" strike="noStrike" cap="none">
                <a:solidFill>
                  <a:schemeClr val="accent1"/>
                </a:solidFill>
                <a:latin typeface="Arial"/>
                <a:ea typeface="Arial"/>
                <a:cs typeface="Arial"/>
                <a:sym typeface="Arial"/>
              </a:defRPr>
            </a:lvl7pPr>
            <a:lvl8pPr marR="0" lvl="7" algn="l" rtl="0">
              <a:lnSpc>
                <a:spcPct val="100000"/>
              </a:lnSpc>
              <a:spcBef>
                <a:spcPts val="0"/>
              </a:spcBef>
              <a:spcAft>
                <a:spcPts val="0"/>
              </a:spcAft>
              <a:buClr>
                <a:schemeClr val="accent1"/>
              </a:buClr>
              <a:buSzPts val="3600"/>
              <a:buFont typeface="Arial"/>
              <a:buNone/>
              <a:defRPr sz="3600" b="0" i="0" u="none" strike="noStrike" cap="none">
                <a:solidFill>
                  <a:schemeClr val="accent1"/>
                </a:solidFill>
                <a:latin typeface="Arial"/>
                <a:ea typeface="Arial"/>
                <a:cs typeface="Arial"/>
                <a:sym typeface="Arial"/>
              </a:defRPr>
            </a:lvl8pPr>
            <a:lvl9pPr marR="0" lvl="8" algn="l" rtl="0">
              <a:lnSpc>
                <a:spcPct val="100000"/>
              </a:lnSpc>
              <a:spcBef>
                <a:spcPts val="0"/>
              </a:spcBef>
              <a:spcAft>
                <a:spcPts val="0"/>
              </a:spcAft>
              <a:buClr>
                <a:schemeClr val="accent1"/>
              </a:buClr>
              <a:buSzPts val="3600"/>
              <a:buFont typeface="Arial"/>
              <a:buNone/>
              <a:defRPr sz="3600" b="0" i="0" u="none" strike="noStrike" cap="none">
                <a:solidFill>
                  <a:schemeClr val="accent1"/>
                </a:solidFill>
                <a:latin typeface="Arial"/>
                <a:ea typeface="Arial"/>
                <a:cs typeface="Arial"/>
                <a:sym typeface="Arial"/>
              </a:defRPr>
            </a:lvl9pPr>
          </a:lstStyle>
          <a:p>
            <a:endParaRPr/>
          </a:p>
        </p:txBody>
      </p:sp>
      <p:sp>
        <p:nvSpPr>
          <p:cNvPr id="11" name="Google Shape;11;p33"/>
          <p:cNvSpPr/>
          <p:nvPr/>
        </p:nvSpPr>
        <p:spPr>
          <a:xfrm>
            <a:off x="0" y="0"/>
            <a:ext cx="152400" cy="51435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2" name="Google Shape;12;p33"/>
          <p:cNvSpPr/>
          <p:nvPr/>
        </p:nvSpPr>
        <p:spPr>
          <a:xfrm>
            <a:off x="152400" y="0"/>
            <a:ext cx="304800" cy="5143500"/>
          </a:xfrm>
          <a:prstGeom prst="rect">
            <a:avLst/>
          </a:prstGeom>
          <a:solidFill>
            <a:srgbClr val="4F669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3" name="Google Shape;13;p33"/>
          <p:cNvSpPr txBox="1">
            <a:spLocks noGrp="1"/>
          </p:cNvSpPr>
          <p:nvPr>
            <p:ph type="body" idx="1"/>
          </p:nvPr>
        </p:nvSpPr>
        <p:spPr>
          <a:xfrm>
            <a:off x="941446" y="1200150"/>
            <a:ext cx="7885057" cy="3943350"/>
          </a:xfrm>
          <a:prstGeom prst="rect">
            <a:avLst/>
          </a:prstGeom>
          <a:noFill/>
          <a:ln>
            <a:noFill/>
          </a:ln>
        </p:spPr>
        <p:txBody>
          <a:bodyPr spcFirstLastPara="1" wrap="square" lIns="0" tIns="0" rIns="0" bIns="0" anchor="t" anchorCtr="0">
            <a:noAutofit/>
          </a:bodyPr>
          <a:lstStyle>
            <a:lvl1pPr marL="457200" marR="0" lvl="0" indent="-304800" algn="l" rtl="0">
              <a:lnSpc>
                <a:spcPct val="102000"/>
              </a:lnSpc>
              <a:spcBef>
                <a:spcPts val="1400"/>
              </a:spcBef>
              <a:spcAft>
                <a:spcPts val="0"/>
              </a:spcAft>
              <a:buClr>
                <a:srgbClr val="333F48"/>
              </a:buClr>
              <a:buSzPts val="1200"/>
              <a:buFont typeface="Arial"/>
              <a:buChar char="•"/>
              <a:defRPr sz="2400" b="0" i="0" u="none" strike="noStrike" cap="none">
                <a:solidFill>
                  <a:srgbClr val="333F48"/>
                </a:solidFill>
                <a:latin typeface="Arial"/>
                <a:ea typeface="Arial"/>
                <a:cs typeface="Arial"/>
                <a:sym typeface="Arial"/>
              </a:defRPr>
            </a:lvl1pPr>
            <a:lvl2pPr marL="914400" marR="0" lvl="1" indent="-304800" algn="l" rtl="0">
              <a:lnSpc>
                <a:spcPct val="102000"/>
              </a:lnSpc>
              <a:spcBef>
                <a:spcPts val="1400"/>
              </a:spcBef>
              <a:spcAft>
                <a:spcPts val="0"/>
              </a:spcAft>
              <a:buClr>
                <a:srgbClr val="333F48"/>
              </a:buClr>
              <a:buSzPts val="1200"/>
              <a:buFont typeface="Arial"/>
              <a:buChar char="o"/>
              <a:defRPr sz="2400" b="0" i="0" u="none" strike="noStrike" cap="none">
                <a:solidFill>
                  <a:srgbClr val="333F48"/>
                </a:solidFill>
                <a:latin typeface="Arial"/>
                <a:ea typeface="Arial"/>
                <a:cs typeface="Arial"/>
                <a:sym typeface="Arial"/>
              </a:defRPr>
            </a:lvl2pPr>
            <a:lvl3pPr marL="1371600" marR="0" lvl="2" indent="-304800" algn="l" rtl="0">
              <a:lnSpc>
                <a:spcPct val="102000"/>
              </a:lnSpc>
              <a:spcBef>
                <a:spcPts val="1400"/>
              </a:spcBef>
              <a:spcAft>
                <a:spcPts val="0"/>
              </a:spcAft>
              <a:buClr>
                <a:srgbClr val="333F48"/>
              </a:buClr>
              <a:buSzPts val="1200"/>
              <a:buFont typeface="Arial"/>
              <a:buChar char="•"/>
              <a:defRPr sz="2400" b="0" i="0" u="none" strike="noStrike" cap="none">
                <a:solidFill>
                  <a:srgbClr val="333F48"/>
                </a:solidFill>
                <a:latin typeface="Arial"/>
                <a:ea typeface="Arial"/>
                <a:cs typeface="Arial"/>
                <a:sym typeface="Arial"/>
              </a:defRPr>
            </a:lvl3pPr>
            <a:lvl4pPr marL="1828800" marR="0" lvl="3" indent="-396240" algn="l" rtl="0">
              <a:lnSpc>
                <a:spcPct val="102000"/>
              </a:lnSpc>
              <a:spcBef>
                <a:spcPts val="1400"/>
              </a:spcBef>
              <a:spcAft>
                <a:spcPts val="0"/>
              </a:spcAft>
              <a:buClr>
                <a:srgbClr val="333F48"/>
              </a:buClr>
              <a:buSzPts val="2640"/>
              <a:buFont typeface="Arial"/>
              <a:buChar char="•"/>
              <a:defRPr sz="2400" b="0" i="0" u="none" strike="noStrike" cap="none">
                <a:solidFill>
                  <a:srgbClr val="333F48"/>
                </a:solidFill>
                <a:latin typeface="Arial"/>
                <a:ea typeface="Arial"/>
                <a:cs typeface="Arial"/>
                <a:sym typeface="Arial"/>
              </a:defRPr>
            </a:lvl4pPr>
            <a:lvl5pPr marL="2286000" marR="0" lvl="4" indent="-228600" algn="l" rtl="0">
              <a:lnSpc>
                <a:spcPct val="102000"/>
              </a:lnSpc>
              <a:spcBef>
                <a:spcPts val="1400"/>
              </a:spcBef>
              <a:spcAft>
                <a:spcPts val="0"/>
              </a:spcAft>
              <a:buClr>
                <a:srgbClr val="333F48"/>
              </a:buClr>
              <a:buSzPts val="2400"/>
              <a:buFont typeface="Arial"/>
              <a:buNone/>
              <a:defRPr sz="2400" b="0" i="0" u="none" strike="noStrike" cap="none">
                <a:solidFill>
                  <a:srgbClr val="333F48"/>
                </a:solidFill>
                <a:latin typeface="Arial"/>
                <a:ea typeface="Arial"/>
                <a:cs typeface="Arial"/>
                <a:sym typeface="Arial"/>
              </a:defRPr>
            </a:lvl5pPr>
            <a:lvl6pPr marL="2743200" marR="0" lvl="5" indent="-381000" algn="l" rtl="0">
              <a:lnSpc>
                <a:spcPct val="102000"/>
              </a:lnSpc>
              <a:spcBef>
                <a:spcPts val="1400"/>
              </a:spcBef>
              <a:spcAft>
                <a:spcPts val="0"/>
              </a:spcAft>
              <a:buClr>
                <a:srgbClr val="333F48"/>
              </a:buClr>
              <a:buSzPts val="2400"/>
              <a:buFont typeface="Arial"/>
              <a:buChar char="•"/>
              <a:defRPr sz="2400" b="0" i="0" u="none" strike="noStrike" cap="none">
                <a:solidFill>
                  <a:srgbClr val="333F48"/>
                </a:solidFill>
                <a:latin typeface="Arial"/>
                <a:ea typeface="Arial"/>
                <a:cs typeface="Arial"/>
                <a:sym typeface="Arial"/>
              </a:defRPr>
            </a:lvl6pPr>
            <a:lvl7pPr marL="3200400" marR="0" lvl="6" indent="-381000" algn="l" rtl="0">
              <a:lnSpc>
                <a:spcPct val="102000"/>
              </a:lnSpc>
              <a:spcBef>
                <a:spcPts val="1400"/>
              </a:spcBef>
              <a:spcAft>
                <a:spcPts val="0"/>
              </a:spcAft>
              <a:buClr>
                <a:srgbClr val="333F48"/>
              </a:buClr>
              <a:buSzPts val="2400"/>
              <a:buFont typeface="Arial"/>
              <a:buChar char="•"/>
              <a:defRPr sz="2400" b="0" i="0" u="none" strike="noStrike" cap="none">
                <a:solidFill>
                  <a:srgbClr val="333F48"/>
                </a:solidFill>
                <a:latin typeface="Arial"/>
                <a:ea typeface="Arial"/>
                <a:cs typeface="Arial"/>
                <a:sym typeface="Arial"/>
              </a:defRPr>
            </a:lvl7pPr>
            <a:lvl8pPr marL="3657600" marR="0" lvl="7" indent="-381000" algn="l" rtl="0">
              <a:lnSpc>
                <a:spcPct val="102000"/>
              </a:lnSpc>
              <a:spcBef>
                <a:spcPts val="1400"/>
              </a:spcBef>
              <a:spcAft>
                <a:spcPts val="0"/>
              </a:spcAft>
              <a:buClr>
                <a:srgbClr val="333F48"/>
              </a:buClr>
              <a:buSzPts val="2400"/>
              <a:buFont typeface="Arial"/>
              <a:buChar char="•"/>
              <a:defRPr sz="2400" b="0" i="0" u="none" strike="noStrike" cap="none">
                <a:solidFill>
                  <a:srgbClr val="333F48"/>
                </a:solidFill>
                <a:latin typeface="Arial"/>
                <a:ea typeface="Arial"/>
                <a:cs typeface="Arial"/>
                <a:sym typeface="Arial"/>
              </a:defRPr>
            </a:lvl8pPr>
            <a:lvl9pPr marL="4114800" marR="0" lvl="8" indent="-381000" algn="l" rtl="0">
              <a:lnSpc>
                <a:spcPct val="102000"/>
              </a:lnSpc>
              <a:spcBef>
                <a:spcPts val="1400"/>
              </a:spcBef>
              <a:spcAft>
                <a:spcPts val="0"/>
              </a:spcAft>
              <a:buClr>
                <a:srgbClr val="333F48"/>
              </a:buClr>
              <a:buSzPts val="2400"/>
              <a:buFont typeface="Arial"/>
              <a:buChar char="•"/>
              <a:defRPr sz="2400" b="0" i="0" u="none" strike="noStrike" cap="none">
                <a:solidFill>
                  <a:srgbClr val="333F48"/>
                </a:solidFill>
                <a:latin typeface="Arial"/>
                <a:ea typeface="Arial"/>
                <a:cs typeface="Arial"/>
                <a:sym typeface="Arial"/>
              </a:defRPr>
            </a:lvl9pPr>
          </a:lstStyle>
          <a:p>
            <a:endParaRPr/>
          </a:p>
        </p:txBody>
      </p:sp>
      <p:sp>
        <p:nvSpPr>
          <p:cNvPr id="14" name="Google Shape;14;p33"/>
          <p:cNvSpPr txBox="1">
            <a:spLocks noGrp="1"/>
          </p:cNvSpPr>
          <p:nvPr>
            <p:ph type="sldNum" idx="12"/>
          </p:nvPr>
        </p:nvSpPr>
        <p:spPr>
          <a:xfrm>
            <a:off x="6692900" y="4733543"/>
            <a:ext cx="2133600" cy="226986"/>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1pPr>
            <a:lvl2pPr marL="0" marR="0" lvl="1" indent="0" algn="r" rtl="0">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2pPr>
            <a:lvl3pPr marL="0" marR="0" lvl="2" indent="0" algn="r" rtl="0">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3pPr>
            <a:lvl4pPr marL="0" marR="0" lvl="3" indent="0" algn="r" rtl="0">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4pPr>
            <a:lvl5pPr marL="0" marR="0" lvl="4" indent="0" algn="r" rtl="0">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5pPr>
            <a:lvl6pPr marL="0" marR="0" lvl="5" indent="0" algn="r" rtl="0">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6pPr>
            <a:lvl7pPr marL="0" marR="0" lvl="6" indent="0" algn="r" rtl="0">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7pPr>
            <a:lvl8pPr marL="0" marR="0" lvl="7" indent="0" algn="r" rtl="0">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8pPr>
            <a:lvl9pPr marL="0" marR="0" lvl="8" indent="0" algn="r" rtl="0">
              <a:lnSpc>
                <a:spcPct val="100000"/>
              </a:lnSpc>
              <a:spcBef>
                <a:spcPts val="0"/>
              </a:spcBef>
              <a:spcAft>
                <a:spcPts val="0"/>
              </a:spcAft>
              <a:buClr>
                <a:srgbClr val="333F48"/>
              </a:buClr>
              <a:buSzPts val="1000"/>
              <a:buFont typeface="Arial"/>
              <a:buNone/>
              <a:defRPr sz="1000" b="0" i="0" u="none" strike="noStrike" cap="none">
                <a:solidFill>
                  <a:srgbClr val="333F4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 id="2147483682" r:id="rId33"/>
    <p:sldLayoutId id="2147483683" r:id="rId34"/>
    <p:sldLayoutId id="2147483684" r:id="rId35"/>
    <p:sldLayoutId id="2147483685" r:id="rId36"/>
    <p:sldLayoutId id="2147483686" r:id="rId37"/>
    <p:sldLayoutId id="2147483687" r:id="rId38"/>
    <p:sldLayoutId id="2147483688" r:id="rId39"/>
    <p:sldLayoutId id="2147483689" r:id="rId40"/>
    <p:sldLayoutId id="2147483690" r:id="rId41"/>
    <p:sldLayoutId id="2147483691" r:id="rId42"/>
    <p:sldLayoutId id="2147483692" r:id="rId43"/>
    <p:sldLayoutId id="2147483693" r:id="rId44"/>
    <p:sldLayoutId id="2147483694" r:id="rId45"/>
    <p:sldLayoutId id="2147483695" r:id="rId46"/>
    <p:sldLayoutId id="2147483696" r:id="rId47"/>
    <p:sldLayoutId id="2147483697" r:id="rId48"/>
    <p:sldLayoutId id="2147483698" r:id="rId49"/>
    <p:sldLayoutId id="2147483699" r:id="rId50"/>
    <p:sldLayoutId id="2147483700" r:id="rId51"/>
    <p:sldLayoutId id="2147483701" r:id="rId52"/>
    <p:sldLayoutId id="2147483702" r:id="rId53"/>
    <p:sldLayoutId id="2147483703" r:id="rId54"/>
    <p:sldLayoutId id="2147483704" r:id="rId55"/>
    <p:sldLayoutId id="2147483705" r:id="rId56"/>
    <p:sldLayoutId id="2147483706" r:id="rId57"/>
    <p:sldLayoutId id="2147483707" r:id="rId58"/>
    <p:sldLayoutId id="2147483708" r:id="rId59"/>
    <p:sldLayoutId id="2147483709" r:id="rId60"/>
    <p:sldLayoutId id="2147483710" r:id="rId61"/>
    <p:sldLayoutId id="2147483711" r:id="rId62"/>
    <p:sldLayoutId id="2147483712" r:id="rId63"/>
    <p:sldLayoutId id="2147483713" r:id="rId64"/>
    <p:sldLayoutId id="2147483714" r:id="rId65"/>
    <p:sldLayoutId id="2147483715" r:id="rId66"/>
    <p:sldLayoutId id="2147483716" r:id="rId67"/>
    <p:sldLayoutId id="2147483717" r:id="rId68"/>
    <p:sldLayoutId id="2147483718" r:id="rId69"/>
    <p:sldLayoutId id="2147483719" r:id="rId70"/>
    <p:sldLayoutId id="2147483720" r:id="rId71"/>
    <p:sldLayoutId id="2147483721" r:id="rId72"/>
    <p:sldLayoutId id="2147483722" r:id="rId73"/>
    <p:sldLayoutId id="2147483723" r:id="rId74"/>
    <p:sldLayoutId id="2147483724" r:id="rId75"/>
    <p:sldLayoutId id="2147483725" r:id="rId76"/>
    <p:sldLayoutId id="2147483726" r:id="rId77"/>
    <p:sldLayoutId id="2147483727" r:id="rId78"/>
    <p:sldLayoutId id="2147483728" r:id="rId79"/>
    <p:sldLayoutId id="2147483729" r:id="rId80"/>
    <p:sldLayoutId id="2147483730" r:id="rId81"/>
    <p:sldLayoutId id="2147483731" r:id="rId82"/>
    <p:sldLayoutId id="2147483732" r:id="rId83"/>
    <p:sldLayoutId id="2147483733" r:id="rId84"/>
    <p:sldLayoutId id="2147483734" r:id="rId85"/>
    <p:sldLayoutId id="2147483735" r:id="rId86"/>
    <p:sldLayoutId id="2147483736" r:id="rId87"/>
    <p:sldLayoutId id="2147483737" r:id="rId88"/>
    <p:sldLayoutId id="2147483738" r:id="rId89"/>
    <p:sldLayoutId id="2147483739" r:id="rId90"/>
    <p:sldLayoutId id="2147483740" r:id="rId9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video" Target="../media/media4.mp4"/><Relationship Id="rId13" Type="http://schemas.openxmlformats.org/officeDocument/2006/relationships/image" Target="../media/image12.png"/><Relationship Id="rId3" Type="http://schemas.microsoft.com/office/2007/relationships/media" Target="../media/media2.mp4"/><Relationship Id="rId7" Type="http://schemas.microsoft.com/office/2007/relationships/media" Target="../media/media4.mp4"/><Relationship Id="rId12" Type="http://schemas.openxmlformats.org/officeDocument/2006/relationships/image" Target="../media/image1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video" Target="../media/media3.mp4"/><Relationship Id="rId11" Type="http://schemas.openxmlformats.org/officeDocument/2006/relationships/image" Target="../media/image10.png"/><Relationship Id="rId5" Type="http://schemas.microsoft.com/office/2007/relationships/media" Target="../media/media3.mp4"/><Relationship Id="rId10" Type="http://schemas.openxmlformats.org/officeDocument/2006/relationships/notesSlide" Target="../notesSlides/notesSlide5.xml"/><Relationship Id="rId4" Type="http://schemas.openxmlformats.org/officeDocument/2006/relationships/video" Target="../media/media2.mp4"/><Relationship Id="rId9" Type="http://schemas.openxmlformats.org/officeDocument/2006/relationships/slideLayout" Target="../slideLayouts/slideLayout3.xml"/><Relationship Id="rId1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2.jpg"/></Relationships>
</file>

<file path=ppt/slides/_rels/slide16.xml.rels><?xml version="1.0" encoding="UTF-8" standalone="yes"?>
<Relationships xmlns="http://schemas.openxmlformats.org/package/2006/relationships"><Relationship Id="rId3" Type="http://schemas.openxmlformats.org/officeDocument/2006/relationships/hyperlink" Target="mailto:jabs@jax.or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5.jp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1"/>
          <p:cNvSpPr txBox="1">
            <a:spLocks noGrp="1"/>
          </p:cNvSpPr>
          <p:nvPr>
            <p:ph type="title"/>
          </p:nvPr>
        </p:nvSpPr>
        <p:spPr>
          <a:xfrm>
            <a:off x="749808" y="0"/>
            <a:ext cx="5038227" cy="2700341"/>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rgbClr val="FFFFFF"/>
              </a:buClr>
              <a:buSzPts val="4000"/>
              <a:buFont typeface="Arial"/>
              <a:buNone/>
            </a:pPr>
            <a:r>
              <a:rPr lang="en-US" sz="4000">
                <a:solidFill>
                  <a:srgbClr val="FFFFFF"/>
                </a:solidFill>
              </a:rPr>
              <a:t>From Pose to Behavior with JABS</a:t>
            </a:r>
            <a:endParaRPr/>
          </a:p>
        </p:txBody>
      </p:sp>
      <p:sp>
        <p:nvSpPr>
          <p:cNvPr id="803" name="Google Shape;803;p1"/>
          <p:cNvSpPr txBox="1">
            <a:spLocks noGrp="1"/>
          </p:cNvSpPr>
          <p:nvPr>
            <p:ph type="body" idx="1"/>
          </p:nvPr>
        </p:nvSpPr>
        <p:spPr>
          <a:xfrm>
            <a:off x="749808" y="2914650"/>
            <a:ext cx="5038227" cy="2228850"/>
          </a:xfrm>
          <a:prstGeom prst="rect">
            <a:avLst/>
          </a:prstGeom>
          <a:noFill/>
          <a:ln>
            <a:noFill/>
          </a:ln>
        </p:spPr>
        <p:txBody>
          <a:bodyPr spcFirstLastPara="1" wrap="square" lIns="0" tIns="0" rIns="0" bIns="0" anchor="t" anchorCtr="0">
            <a:normAutofit/>
          </a:bodyPr>
          <a:lstStyle/>
          <a:p>
            <a:pPr marL="0" lvl="0" indent="0" algn="l" rtl="0">
              <a:lnSpc>
                <a:spcPct val="102000"/>
              </a:lnSpc>
              <a:spcBef>
                <a:spcPts val="0"/>
              </a:spcBef>
              <a:spcAft>
                <a:spcPts val="0"/>
              </a:spcAft>
              <a:buClr>
                <a:srgbClr val="FFFFFF"/>
              </a:buClr>
              <a:buSzPts val="1800"/>
              <a:buFont typeface="Arial"/>
              <a:buNone/>
            </a:pPr>
            <a:r>
              <a:rPr lang="en-US" sz="1800">
                <a:solidFill>
                  <a:srgbClr val="FFFFFF"/>
                </a:solidFill>
              </a:rPr>
              <a:t>Short Course on the Application of Machine Learning for Automated Quantification of Behavior</a:t>
            </a:r>
            <a:endParaRPr/>
          </a:p>
          <a:p>
            <a:pPr marL="0" lvl="0" indent="0" algn="l" rtl="0">
              <a:lnSpc>
                <a:spcPct val="102000"/>
              </a:lnSpc>
              <a:spcBef>
                <a:spcPts val="1400"/>
              </a:spcBef>
              <a:spcAft>
                <a:spcPts val="0"/>
              </a:spcAft>
              <a:buClr>
                <a:srgbClr val="FFFFFF"/>
              </a:buClr>
              <a:buSzPts val="1800"/>
              <a:buFont typeface="Arial"/>
              <a:buNone/>
            </a:pPr>
            <a:r>
              <a:rPr lang="en-US" sz="1800">
                <a:solidFill>
                  <a:srgbClr val="FFFFFF"/>
                </a:solidFill>
              </a:rPr>
              <a:t>JAX · Bar Harbor · October 11–16, 2026</a:t>
            </a:r>
            <a:endParaRPr/>
          </a:p>
          <a:p>
            <a:pPr marL="0" lvl="0" indent="0" algn="l" rtl="0">
              <a:lnSpc>
                <a:spcPct val="102000"/>
              </a:lnSpc>
              <a:spcBef>
                <a:spcPts val="1400"/>
              </a:spcBef>
              <a:spcAft>
                <a:spcPts val="0"/>
              </a:spcAft>
              <a:buClr>
                <a:srgbClr val="FFFFFF"/>
              </a:buClr>
              <a:buSzPts val="1800"/>
              <a:buFont typeface="Arial"/>
              <a:buNone/>
            </a:pPr>
            <a:r>
              <a:rPr lang="en-US" sz="1800">
                <a:solidFill>
                  <a:srgbClr val="FFFFFF"/>
                </a:solidFill>
              </a:rPr>
              <a:t>Vivek Kumar</a:t>
            </a:r>
            <a:endParaRPr/>
          </a:p>
        </p:txBody>
      </p:sp>
      <p:sp>
        <p:nvSpPr>
          <p:cNvPr id="804" name="AI use disclosure"/>
          <p:cNvSpPr txBox="1"/>
          <p:nvPr/>
        </p:nvSpPr>
        <p:spPr>
          <a:xfrm>
            <a:off x="749808" y="4709160"/>
            <a:ext cx="4572000" cy="365760"/>
          </a:xfrm>
          <a:prstGeom prst="rect">
            <a:avLst/>
          </a:prstGeom>
          <a:noFill/>
        </p:spPr>
        <p:txBody>
          <a:bodyPr wrap="square" lIns="0" tIns="0" rIns="0" bIns="0" anchor="t">
            <a:spAutoFit/>
          </a:bodyPr>
          <a:lstStyle/>
          <a:p>
            <a:r>
              <a:rPr sz="1000" b="0">
                <a:solidFill>
                  <a:srgbClr val="FFFFFF"/>
                </a:solidFill>
                <a:latin typeface="Arial"/>
              </a:rPr>
              <a:t>These slides were made with the use of Claude and reviewed by Madison Raza and Vivek Kumar.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4"/>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JABS is one system from arena to genetics</a:t>
            </a:r>
            <a:endParaRPr/>
          </a:p>
        </p:txBody>
      </p:sp>
      <p:grpSp>
        <p:nvGrpSpPr>
          <p:cNvPr id="2" name="JABS system diagram" descr="Diagram of three linked parts of JABS: JABS-DA for data acquisition, JABS-AL for annotation and training (highlighted as today's hands-on), and JABS-AI for characterization and genetics."/>
          <p:cNvGrpSpPr/>
          <p:nvPr/>
        </p:nvGrpSpPr>
        <p:grpSpPr>
          <a:xfrm>
            <a:off x="941832" y="1033272"/>
            <a:ext cx="7882128" cy="2441448"/>
            <a:chOff x="941832" y="1033272"/>
            <a:chExt cx="7882128" cy="2441448"/>
          </a:xfrm>
        </p:grpSpPr>
        <p:sp>
          <p:nvSpPr>
            <p:cNvPr id="829" name="JABS-DA card"/>
            <p:cNvSpPr/>
            <p:nvPr/>
          </p:nvSpPr>
          <p:spPr>
            <a:xfrm>
              <a:off x="941832" y="1188720"/>
              <a:ext cx="2377440" cy="2286000"/>
            </a:xfrm>
            <a:prstGeom prst="rect">
              <a:avLst/>
            </a:prstGeom>
            <a:solidFill>
              <a:srgbClr val="E9EEF6"/>
            </a:solidFill>
            <a:ln w="12700">
              <a:solidFill>
                <a:srgbClr val="0085C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2400" b="1">
                  <a:solidFill>
                    <a:srgbClr val="002D72"/>
                  </a:solidFill>
                  <a:latin typeface="Arial"/>
                </a:rPr>
                <a:t>JABS-DA</a:t>
              </a:r>
            </a:p>
            <a:p>
              <a:pPr algn="l">
                <a:spcBef>
                  <a:spcPts val="400"/>
                </a:spcBef>
              </a:pPr>
              <a:r>
                <a:rPr sz="1600" b="1">
                  <a:solidFill>
                    <a:srgbClr val="002D72"/>
                  </a:solidFill>
                  <a:latin typeface="Arial"/>
                </a:rPr>
                <a:t>Data acquisition</a:t>
              </a:r>
            </a:p>
            <a:p>
              <a:pPr algn="l">
                <a:spcBef>
                  <a:spcPts val="400"/>
                </a:spcBef>
              </a:pPr>
              <a:r>
                <a:rPr sz="1400" b="0">
                  <a:solidFill>
                    <a:srgbClr val="595F69"/>
                  </a:solidFill>
                  <a:latin typeface="Arial"/>
                </a:rPr>
                <a:t>Standardized arena and top-down video</a:t>
              </a:r>
            </a:p>
          </p:txBody>
        </p:sp>
        <p:sp>
          <p:nvSpPr>
            <p:cNvPr id="830" name="Arrow">
              <a:extLst>
                <a:ext uri="{C183D7F6-B498-43B3-948B-1728B52AA6E4}">
                  <adec:decorative xmlns:adec="http://schemas.microsoft.com/office/drawing/2017/decorative" val="1"/>
                </a:ext>
              </a:extLst>
            </p:cNvPr>
            <p:cNvSpPr/>
            <p:nvPr/>
          </p:nvSpPr>
          <p:spPr>
            <a:xfrm>
              <a:off x="3369564" y="2194560"/>
              <a:ext cx="274320" cy="274320"/>
            </a:xfrm>
            <a:prstGeom prst="rightArrow">
              <a:avLst/>
            </a:prstGeom>
            <a:solidFill>
              <a:srgbClr val="595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1" name="JABS-AL card"/>
            <p:cNvSpPr/>
            <p:nvPr/>
          </p:nvSpPr>
          <p:spPr>
            <a:xfrm>
              <a:off x="3694176" y="1188720"/>
              <a:ext cx="2377440" cy="228600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2400" b="1">
                  <a:solidFill>
                    <a:srgbClr val="FFFFFF"/>
                  </a:solidFill>
                  <a:latin typeface="Arial"/>
                </a:rPr>
                <a:t>JABS-AL</a:t>
              </a:r>
            </a:p>
            <a:p>
              <a:pPr algn="l">
                <a:spcBef>
                  <a:spcPts val="400"/>
                </a:spcBef>
              </a:pPr>
              <a:r>
                <a:rPr sz="1600" b="1">
                  <a:solidFill>
                    <a:srgbClr val="FFFFFF"/>
                  </a:solidFill>
                  <a:latin typeface="Arial"/>
                </a:rPr>
                <a:t>Annotation + training</a:t>
              </a:r>
            </a:p>
            <a:p>
              <a:pPr algn="l">
                <a:spcBef>
                  <a:spcPts val="400"/>
                </a:spcBef>
              </a:pPr>
              <a:r>
                <a:rPr sz="1400" b="0">
                  <a:solidFill>
                    <a:srgbClr val="FFFFFF"/>
                  </a:solidFill>
                  <a:latin typeface="Arial"/>
                </a:rPr>
                <a:t>Label in the GUI, train a classifier, classify new video</a:t>
              </a:r>
            </a:p>
          </p:txBody>
        </p:sp>
        <p:sp>
          <p:nvSpPr>
            <p:cNvPr id="832" name="Tag"/>
            <p:cNvSpPr/>
            <p:nvPr/>
          </p:nvSpPr>
          <p:spPr>
            <a:xfrm>
              <a:off x="3831336" y="1033272"/>
              <a:ext cx="2103120" cy="310896"/>
            </a:xfrm>
            <a:prstGeom prst="round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a:solidFill>
                    <a:srgbClr val="FFFFFF"/>
                  </a:solidFill>
                  <a:latin typeface="Arial"/>
                </a:rPr>
                <a:t>TODAY'S HANDS-ON</a:t>
              </a:r>
            </a:p>
          </p:txBody>
        </p:sp>
        <p:sp>
          <p:nvSpPr>
            <p:cNvPr id="833" name="Arrow">
              <a:extLst>
                <a:ext uri="{C183D7F6-B498-43B3-948B-1728B52AA6E4}">
                  <adec:decorative xmlns:adec="http://schemas.microsoft.com/office/drawing/2017/decorative" val="1"/>
                </a:ext>
              </a:extLst>
            </p:cNvPr>
            <p:cNvSpPr/>
            <p:nvPr/>
          </p:nvSpPr>
          <p:spPr>
            <a:xfrm>
              <a:off x="6121908" y="2194560"/>
              <a:ext cx="274320" cy="274320"/>
            </a:xfrm>
            <a:prstGeom prst="rightArrow">
              <a:avLst/>
            </a:prstGeom>
            <a:solidFill>
              <a:srgbClr val="595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4" name="JABS-AI card"/>
            <p:cNvSpPr/>
            <p:nvPr/>
          </p:nvSpPr>
          <p:spPr>
            <a:xfrm>
              <a:off x="6446520" y="1188720"/>
              <a:ext cx="2377440" cy="2286000"/>
            </a:xfrm>
            <a:prstGeom prst="rect">
              <a:avLst/>
            </a:prstGeom>
            <a:solidFill>
              <a:srgbClr val="E9EEF6"/>
            </a:solidFill>
            <a:ln w="12700">
              <a:solidFill>
                <a:srgbClr val="0085C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2400" b="1">
                  <a:solidFill>
                    <a:srgbClr val="002D72"/>
                  </a:solidFill>
                  <a:latin typeface="Arial"/>
                </a:rPr>
                <a:t>JABS-AI</a:t>
              </a:r>
            </a:p>
            <a:p>
              <a:pPr algn="l">
                <a:spcBef>
                  <a:spcPts val="400"/>
                </a:spcBef>
              </a:pPr>
              <a:r>
                <a:rPr sz="1600" b="1">
                  <a:solidFill>
                    <a:srgbClr val="002D72"/>
                  </a:solidFill>
                  <a:latin typeface="Arial"/>
                </a:rPr>
                <a:t>Characterization + genetics</a:t>
              </a:r>
            </a:p>
            <a:p>
              <a:pPr algn="l">
                <a:spcBef>
                  <a:spcPts val="400"/>
                </a:spcBef>
              </a:pPr>
              <a:r>
                <a:rPr sz="1400" b="0">
                  <a:solidFill>
                    <a:srgbClr val="595F69"/>
                  </a:solidFill>
                  <a:latin typeface="Arial"/>
                </a:rPr>
                <a:t>Strain-survey phenotypes and heritability (web app)</a:t>
              </a:r>
            </a:p>
          </p:txBody>
        </p:sp>
      </p:grpSp>
      <p:sp>
        <p:nvSpPr>
          <p:cNvPr id="835" name="Transfer point"/>
          <p:cNvSpPr/>
          <p:nvPr/>
        </p:nvSpPr>
        <p:spPr>
          <a:xfrm>
            <a:off x="941832" y="3657600"/>
            <a:ext cx="7882127" cy="731520"/>
          </a:xfrm>
          <a:prstGeom prst="rect">
            <a:avLst/>
          </a:prstGeom>
          <a:solidFill>
            <a:srgbClr val="FDF1E7"/>
          </a:solidFill>
          <a:ln w="12700">
            <a:solidFill>
              <a:srgbClr val="E87722"/>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600" b="1">
                <a:solidFill>
                  <a:srgbClr val="002D72"/>
                </a:solidFill>
                <a:latin typeface="Arial"/>
              </a:rPr>
              <a:t>Why it works across labs: </a:t>
            </a:r>
            <a:r>
              <a:rPr sz="1600" b="0">
                <a:solidFill>
                  <a:srgbClr val="002D72"/>
                </a:solidFill>
                <a:latin typeface="Arial"/>
              </a:rPr>
              <a:t>the pose model and classifiers transfer because the video looks the same everywhere.</a:t>
            </a:r>
          </a:p>
        </p:txBody>
      </p:sp>
      <p:sp>
        <p:nvSpPr>
          <p:cNvPr id="836" name="Credit"/>
          <p:cNvSpPr txBox="1"/>
          <p:nvPr/>
        </p:nvSpPr>
        <p:spPr>
          <a:xfrm>
            <a:off x="941832" y="4507992"/>
            <a:ext cx="7882127" cy="228600"/>
          </a:xfrm>
          <a:prstGeom prst="rect">
            <a:avLst/>
          </a:prstGeom>
          <a:noFill/>
        </p:spPr>
        <p:txBody>
          <a:bodyPr wrap="square" anchor="t">
            <a:spAutoFit/>
          </a:bodyPr>
          <a:lstStyle/>
          <a:p>
            <a:r>
              <a:rPr sz="1000" b="0">
                <a:solidFill>
                  <a:srgbClr val="595F69"/>
                </a:solidFill>
                <a:latin typeface="Arial"/>
              </a:rPr>
              <a:t>Redrawn from Choudhary et al., eLife 2026;14:e107259, Fig 1 (CC BY 4.0)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p7"/>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Pose QC: what we did before labeling</a:t>
            </a:r>
            <a:endParaRPr/>
          </a:p>
        </p:txBody>
      </p:sp>
      <p:sp>
        <p:nvSpPr>
          <p:cNvPr id="849" name="QC threshold 1"/>
          <p:cNvSpPr/>
          <p:nvPr/>
        </p:nvSpPr>
        <p:spPr>
          <a:xfrm>
            <a:off x="941832" y="960120"/>
            <a:ext cx="2468880" cy="1874519"/>
          </a:xfrm>
          <a:prstGeom prst="rect">
            <a:avLst/>
          </a:prstGeom>
          <a:solidFill>
            <a:srgbClr val="E9EEF6"/>
          </a:solidFill>
          <a:ln w="12700">
            <a:solidFill>
              <a:srgbClr val="0085C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3400" b="1">
                <a:solidFill>
                  <a:srgbClr val="002D72"/>
                </a:solidFill>
                <a:latin typeface="Arial"/>
              </a:rPr>
              <a:t>0.3</a:t>
            </a:r>
          </a:p>
          <a:p>
            <a:pPr algn="l">
              <a:spcBef>
                <a:spcPts val="400"/>
              </a:spcBef>
            </a:pPr>
            <a:r>
              <a:rPr sz="1400" b="0">
                <a:solidFill>
                  <a:srgbClr val="595F69"/>
                </a:solidFill>
                <a:latin typeface="Arial"/>
              </a:rPr>
              <a:t>A frame is low-confidence if its mean keypoint confidence is below 0.3</a:t>
            </a:r>
          </a:p>
        </p:txBody>
      </p:sp>
      <p:sp>
        <p:nvSpPr>
          <p:cNvPr id="850" name="QC threshold 2"/>
          <p:cNvSpPr/>
          <p:nvPr/>
        </p:nvSpPr>
        <p:spPr>
          <a:xfrm>
            <a:off x="3648456" y="960120"/>
            <a:ext cx="2468880" cy="1874519"/>
          </a:xfrm>
          <a:prstGeom prst="rect">
            <a:avLst/>
          </a:prstGeom>
          <a:solidFill>
            <a:srgbClr val="E9EEF6"/>
          </a:solidFill>
          <a:ln w="12700">
            <a:solidFill>
              <a:srgbClr val="0085C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3400" b="1">
                <a:solidFill>
                  <a:srgbClr val="002D72"/>
                </a:solidFill>
                <a:latin typeface="Arial"/>
              </a:rPr>
              <a:t>20%</a:t>
            </a:r>
          </a:p>
          <a:p>
            <a:pPr algn="l">
              <a:spcBef>
                <a:spcPts val="400"/>
              </a:spcBef>
            </a:pPr>
            <a:r>
              <a:rPr sz="1400" b="0">
                <a:solidFill>
                  <a:srgbClr val="595F69"/>
                </a:solidFill>
                <a:latin typeface="Arial"/>
              </a:rPr>
              <a:t>A session is flagged if more than 20% of its frames are low-confidence</a:t>
            </a:r>
          </a:p>
        </p:txBody>
      </p:sp>
      <p:sp>
        <p:nvSpPr>
          <p:cNvPr id="851" name="QC threshold 3"/>
          <p:cNvSpPr/>
          <p:nvPr/>
        </p:nvSpPr>
        <p:spPr>
          <a:xfrm>
            <a:off x="6355080" y="960120"/>
            <a:ext cx="2468880" cy="1874519"/>
          </a:xfrm>
          <a:prstGeom prst="rect">
            <a:avLst/>
          </a:prstGeom>
          <a:solidFill>
            <a:srgbClr val="E9EEF6"/>
          </a:solidFill>
          <a:ln w="12700">
            <a:solidFill>
              <a:srgbClr val="0085C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3400" b="1">
                <a:solidFill>
                  <a:srgbClr val="002D72"/>
                </a:solidFill>
                <a:latin typeface="Arial"/>
              </a:rPr>
              <a:t>500</a:t>
            </a:r>
          </a:p>
          <a:p>
            <a:pPr algn="l">
              <a:spcBef>
                <a:spcPts val="400"/>
              </a:spcBef>
            </a:pPr>
            <a:r>
              <a:rPr sz="1400" b="0">
                <a:solidFill>
                  <a:srgbClr val="595F69"/>
                </a:solidFill>
                <a:latin typeface="Arial"/>
              </a:rPr>
              <a:t>A session is flagged if it has fewer than 500 frames (likely truncated)</a:t>
            </a:r>
          </a:p>
        </p:txBody>
      </p:sp>
      <p:sp>
        <p:nvSpPr>
          <p:cNvPr id="852" name="QC result"/>
          <p:cNvSpPr/>
          <p:nvPr/>
        </p:nvSpPr>
        <p:spPr>
          <a:xfrm>
            <a:off x="941832" y="3017520"/>
            <a:ext cx="7882127" cy="64008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800" b="1">
                <a:solidFill>
                  <a:srgbClr val="FFFFFF"/>
                </a:solidFill>
                <a:latin typeface="Arial"/>
              </a:rPr>
              <a:t>Result: all 25 sessions in the course data passed.</a:t>
            </a:r>
          </a:p>
        </p:txBody>
      </p:sp>
      <p:sp>
        <p:nvSpPr>
          <p:cNvPr id="853" name="QC caveat"/>
          <p:cNvSpPr txBox="1"/>
          <p:nvPr/>
        </p:nvSpPr>
        <p:spPr>
          <a:xfrm>
            <a:off x="941832" y="3840480"/>
            <a:ext cx="7882127" cy="548640"/>
          </a:xfrm>
          <a:prstGeom prst="rect">
            <a:avLst/>
          </a:prstGeom>
          <a:noFill/>
        </p:spPr>
        <p:txBody>
          <a:bodyPr wrap="square" anchor="t">
            <a:spAutoFit/>
          </a:bodyPr>
          <a:lstStyle/>
          <a:p>
            <a:r>
              <a:rPr sz="1400" b="0">
                <a:solidFill>
                  <a:srgbClr val="595F69"/>
                </a:solidFill>
                <a:latin typeface="Arial"/>
              </a:rPr>
              <a:t>These are the thresholds we chose for this course. Check them against your own rig and behavior.</a:t>
            </a:r>
          </a:p>
        </p:txBody>
      </p:sp>
      <p:sp>
        <p:nvSpPr>
          <p:cNvPr id="854" name="Credit"/>
          <p:cNvSpPr txBox="1"/>
          <p:nvPr/>
        </p:nvSpPr>
        <p:spPr>
          <a:xfrm>
            <a:off x="941832" y="4507992"/>
            <a:ext cx="7882127" cy="228600"/>
          </a:xfrm>
          <a:prstGeom prst="rect">
            <a:avLst/>
          </a:prstGeom>
          <a:noFill/>
        </p:spPr>
        <p:txBody>
          <a:bodyPr wrap="square" anchor="t">
            <a:spAutoFit/>
          </a:bodyPr>
          <a:lstStyle/>
          <a:p>
            <a:r>
              <a:rPr sz="1000" b="0">
                <a:solidFill>
                  <a:srgbClr val="595F69"/>
                </a:solidFill>
                <a:latin typeface="Arial"/>
              </a:rPr>
              <a:t>Notebook: Precomputed Tracking &amp; QC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8"/>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rgbClr val="FFFFFF"/>
              </a:buClr>
              <a:buSzPts val="4000"/>
              <a:buFont typeface="Arial"/>
              <a:buNone/>
            </a:pPr>
            <a:r>
              <a:rPr lang="en-US" sz="4000">
                <a:solidFill>
                  <a:srgbClr val="FFFFFF"/>
                </a:solidFill>
              </a:rPr>
              <a:t>From labels to a classifier</a:t>
            </a:r>
            <a:endParaRPr/>
          </a:p>
        </p:txBody>
      </p:sp>
      <p:sp>
        <p:nvSpPr>
          <p:cNvPr id="857" name="Google Shape;857;p8"/>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p>
            <a:pPr marL="0" lvl="0" indent="0" algn="l" rtl="0">
              <a:lnSpc>
                <a:spcPct val="102000"/>
              </a:lnSpc>
              <a:spcBef>
                <a:spcPts val="0"/>
              </a:spcBef>
              <a:spcAft>
                <a:spcPts val="0"/>
              </a:spcAft>
              <a:buClr>
                <a:srgbClr val="FFFFFF"/>
              </a:buClr>
              <a:buSzPts val="1800"/>
              <a:buFont typeface="Arial"/>
              <a:buNone/>
            </a:pPr>
            <a:r>
              <a:rPr lang="en-US" sz="1800">
                <a:solidFill>
                  <a:srgbClr val="FFFFFF"/>
                </a:solidFill>
              </a:rPr>
              <a:t>Sparse labels, windowed features, XGBoost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1832" y="228600"/>
            <a:ext cx="7882127" cy="548640"/>
          </a:xfrm>
        </p:spPr>
        <p:txBody>
          <a:bodyPr/>
          <a:lstStyle/>
          <a:p>
            <a:r>
              <a:rPr sz="2200"/>
              <a:t>What a labeled grooming bout looks like</a:t>
            </a:r>
          </a:p>
        </p:txBody>
      </p:sp>
      <p:pic>
        <p:nvPicPr>
          <p:cNvPr id="3" name="Clip session 2004" descr="Video clip of session 2004, 7.2 s bout: a top-down view that follows one mouse as it grooms. An orange tag reading 'labeled: grooming' is on while the frames are labeled as grooming.">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11"/>
          <a:stretch>
            <a:fillRect/>
          </a:stretch>
        </p:blipFill>
        <p:spPr>
          <a:xfrm>
            <a:off x="941832" y="960120"/>
            <a:ext cx="1847088" cy="1847088"/>
          </a:xfrm>
          <a:prstGeom prst="rect">
            <a:avLst/>
          </a:prstGeom>
        </p:spPr>
      </p:pic>
      <p:sp>
        <p:nvSpPr>
          <p:cNvPr id="4" name="Caption 2004"/>
          <p:cNvSpPr txBox="1"/>
          <p:nvPr/>
        </p:nvSpPr>
        <p:spPr>
          <a:xfrm>
            <a:off x="941832" y="2852928"/>
            <a:ext cx="1847088" cy="548640"/>
          </a:xfrm>
          <a:prstGeom prst="rect">
            <a:avLst/>
          </a:prstGeom>
          <a:noFill/>
        </p:spPr>
        <p:txBody>
          <a:bodyPr wrap="square" lIns="18288" tIns="18288" rIns="18288" bIns="18288" anchor="t">
            <a:spAutoFit/>
          </a:bodyPr>
          <a:lstStyle/>
          <a:p>
            <a:r>
              <a:rPr sz="1400" b="1">
                <a:solidFill>
                  <a:srgbClr val="002D72"/>
                </a:solidFill>
                <a:latin typeface="Arial"/>
              </a:rPr>
              <a:t>Session 2004</a:t>
            </a:r>
          </a:p>
          <a:p>
            <a:pPr>
              <a:spcBef>
                <a:spcPts val="600"/>
              </a:spcBef>
            </a:pPr>
            <a:r>
              <a:rPr sz="1400" b="0">
                <a:solidFill>
                  <a:srgbClr val="595F69"/>
                </a:solidFill>
                <a:latin typeface="Arial"/>
              </a:rPr>
              <a:t>7.2 s bout</a:t>
            </a:r>
          </a:p>
        </p:txBody>
      </p:sp>
      <p:pic>
        <p:nvPicPr>
          <p:cNvPr id="5" name="Clip session 2007" descr="Video clip of session 2007, 6.6 s bout: a top-down view that follows one mouse as it grooms. An orange tag reading 'labeled: grooming' is on while the frames are labeled as grooming.">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12"/>
          <a:stretch>
            <a:fillRect/>
          </a:stretch>
        </p:blipFill>
        <p:spPr>
          <a:xfrm>
            <a:off x="2953512" y="960120"/>
            <a:ext cx="1847088" cy="1847088"/>
          </a:xfrm>
          <a:prstGeom prst="rect">
            <a:avLst/>
          </a:prstGeom>
        </p:spPr>
      </p:pic>
      <p:sp>
        <p:nvSpPr>
          <p:cNvPr id="6" name="Caption 2007"/>
          <p:cNvSpPr txBox="1"/>
          <p:nvPr/>
        </p:nvSpPr>
        <p:spPr>
          <a:xfrm>
            <a:off x="2953512" y="2852928"/>
            <a:ext cx="1847088" cy="548640"/>
          </a:xfrm>
          <a:prstGeom prst="rect">
            <a:avLst/>
          </a:prstGeom>
          <a:noFill/>
        </p:spPr>
        <p:txBody>
          <a:bodyPr wrap="square" lIns="18288" tIns="18288" rIns="18288" bIns="18288" anchor="t">
            <a:spAutoFit/>
          </a:bodyPr>
          <a:lstStyle/>
          <a:p>
            <a:r>
              <a:rPr sz="1400" b="1">
                <a:solidFill>
                  <a:srgbClr val="002D72"/>
                </a:solidFill>
                <a:latin typeface="Arial"/>
              </a:rPr>
              <a:t>Session 2007</a:t>
            </a:r>
          </a:p>
          <a:p>
            <a:pPr>
              <a:spcBef>
                <a:spcPts val="600"/>
              </a:spcBef>
            </a:pPr>
            <a:r>
              <a:rPr sz="1400" b="0">
                <a:solidFill>
                  <a:srgbClr val="595F69"/>
                </a:solidFill>
                <a:latin typeface="Arial"/>
              </a:rPr>
              <a:t>6.6 s bout</a:t>
            </a:r>
          </a:p>
        </p:txBody>
      </p:sp>
      <p:pic>
        <p:nvPicPr>
          <p:cNvPr id="7" name="Clip session 2013" descr="Video clip of session 2013, 6.6 s bout: a top-down view that follows one mouse as it grooms. An orange tag reading 'labeled: grooming' is on while the frames are labeled as groom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13"/>
          <a:stretch>
            <a:fillRect/>
          </a:stretch>
        </p:blipFill>
        <p:spPr>
          <a:xfrm>
            <a:off x="4965192" y="960120"/>
            <a:ext cx="1847088" cy="1847088"/>
          </a:xfrm>
          <a:prstGeom prst="rect">
            <a:avLst/>
          </a:prstGeom>
        </p:spPr>
      </p:pic>
      <p:sp>
        <p:nvSpPr>
          <p:cNvPr id="8" name="Caption 2013"/>
          <p:cNvSpPr txBox="1"/>
          <p:nvPr/>
        </p:nvSpPr>
        <p:spPr>
          <a:xfrm>
            <a:off x="4965192" y="2852928"/>
            <a:ext cx="1847088" cy="548640"/>
          </a:xfrm>
          <a:prstGeom prst="rect">
            <a:avLst/>
          </a:prstGeom>
          <a:noFill/>
        </p:spPr>
        <p:txBody>
          <a:bodyPr wrap="square" lIns="18288" tIns="18288" rIns="18288" bIns="18288" anchor="t">
            <a:spAutoFit/>
          </a:bodyPr>
          <a:lstStyle/>
          <a:p>
            <a:r>
              <a:rPr sz="1400" b="1">
                <a:solidFill>
                  <a:srgbClr val="002D72"/>
                </a:solidFill>
                <a:latin typeface="Arial"/>
              </a:rPr>
              <a:t>Session 2013</a:t>
            </a:r>
          </a:p>
          <a:p>
            <a:pPr>
              <a:spcBef>
                <a:spcPts val="600"/>
              </a:spcBef>
            </a:pPr>
            <a:r>
              <a:rPr sz="1400" b="0">
                <a:solidFill>
                  <a:srgbClr val="595F69"/>
                </a:solidFill>
                <a:latin typeface="Arial"/>
              </a:rPr>
              <a:t>6.6 s bout</a:t>
            </a:r>
          </a:p>
        </p:txBody>
      </p:sp>
      <p:pic>
        <p:nvPicPr>
          <p:cNvPr id="9" name="Clip session 2022" descr="Video clip of session 2022, 2.8 s bout: a top-down view that follows one mouse as it grooms. An orange tag reading 'labeled: grooming' is on while the frames are labeled as grooming.">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14"/>
          <a:stretch>
            <a:fillRect/>
          </a:stretch>
        </p:blipFill>
        <p:spPr>
          <a:xfrm>
            <a:off x="6976872" y="960120"/>
            <a:ext cx="1847088" cy="1847088"/>
          </a:xfrm>
          <a:prstGeom prst="rect">
            <a:avLst/>
          </a:prstGeom>
        </p:spPr>
      </p:pic>
      <p:sp>
        <p:nvSpPr>
          <p:cNvPr id="10" name="Caption 2022"/>
          <p:cNvSpPr txBox="1"/>
          <p:nvPr/>
        </p:nvSpPr>
        <p:spPr>
          <a:xfrm>
            <a:off x="6976872" y="2852928"/>
            <a:ext cx="1847088" cy="548640"/>
          </a:xfrm>
          <a:prstGeom prst="rect">
            <a:avLst/>
          </a:prstGeom>
          <a:noFill/>
        </p:spPr>
        <p:txBody>
          <a:bodyPr wrap="square" lIns="18288" tIns="18288" rIns="18288" bIns="18288" anchor="t">
            <a:spAutoFit/>
          </a:bodyPr>
          <a:lstStyle/>
          <a:p>
            <a:r>
              <a:rPr sz="1400" b="1">
                <a:solidFill>
                  <a:srgbClr val="002D72"/>
                </a:solidFill>
                <a:latin typeface="Arial"/>
              </a:rPr>
              <a:t>Session 2022</a:t>
            </a:r>
          </a:p>
          <a:p>
            <a:pPr>
              <a:spcBef>
                <a:spcPts val="600"/>
              </a:spcBef>
            </a:pPr>
            <a:r>
              <a:rPr sz="1400" b="0">
                <a:solidFill>
                  <a:srgbClr val="595F69"/>
                </a:solidFill>
                <a:latin typeface="Arial"/>
              </a:rPr>
              <a:t>2.8 s bout</a:t>
            </a:r>
          </a:p>
        </p:txBody>
      </p:sp>
      <p:sp>
        <p:nvSpPr>
          <p:cNvPr id="11" name="Clip takeaway"/>
          <p:cNvSpPr/>
          <p:nvPr/>
        </p:nvSpPr>
        <p:spPr>
          <a:xfrm>
            <a:off x="941832" y="3611880"/>
            <a:ext cx="7882127" cy="731520"/>
          </a:xfrm>
          <a:prstGeom prst="rect">
            <a:avLst/>
          </a:prstGeom>
          <a:solidFill>
            <a:srgbClr val="FDF1E7"/>
          </a:solidFill>
          <a:ln w="12700">
            <a:solidFill>
              <a:srgbClr val="E87722"/>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600" b="1">
                <a:solidFill>
                  <a:srgbClr val="002D72"/>
                </a:solidFill>
                <a:latin typeface="Arial"/>
              </a:rPr>
              <a:t>Four videos, one behavior. </a:t>
            </a:r>
            <a:r>
              <a:rPr sz="1600" b="0">
                <a:solidFill>
                  <a:srgbClr val="002D72"/>
                </a:solidFill>
                <a:latin typeface="Arial"/>
              </a:rPr>
              <a:t>The tag marks the frames a person labeled as grooming.</a:t>
            </a:r>
          </a:p>
        </p:txBody>
      </p:sp>
      <p:sp>
        <p:nvSpPr>
          <p:cNvPr id="12" name="Credit"/>
          <p:cNvSpPr txBox="1"/>
          <p:nvPr/>
        </p:nvSpPr>
        <p:spPr>
          <a:xfrm>
            <a:off x="941832" y="4507992"/>
            <a:ext cx="7882127" cy="228600"/>
          </a:xfrm>
          <a:prstGeom prst="rect">
            <a:avLst/>
          </a:prstGeom>
          <a:noFill/>
        </p:spPr>
        <p:txBody>
          <a:bodyPr wrap="square" anchor="t">
            <a:spAutoFit/>
          </a:bodyPr>
          <a:lstStyle/>
          <a:p>
            <a:r>
              <a:rPr sz="1000" b="0">
                <a:solidFill>
                  <a:srgbClr val="595F69"/>
                </a:solidFill>
                <a:latin typeface="Arial"/>
              </a:rPr>
              <a:t>Course data: Zenodo JABS example projects, doi:10.5281/zenodo.16697331. Clips are cropped around the mouse.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video>
              <p:cMediaNode vol="80000">
                <p:cTn id="3" fill="hold" display="0">
                  <p:stCondLst>
                    <p:cond delay="indefinite"/>
                  </p:stCondLst>
                </p:cTn>
                <p:tgtEl>
                  <p:spTgt spid="5"/>
                </p:tgtEl>
              </p:cMediaNode>
            </p:video>
            <p:video>
              <p:cMediaNode vol="80000">
                <p:cTn id="4" fill="hold" display="0">
                  <p:stCondLst>
                    <p:cond delay="indefinite"/>
                  </p:stCondLst>
                </p:cTn>
                <p:tgtEl>
                  <p:spTgt spid="7"/>
                </p:tgtEl>
              </p:cMediaNode>
            </p:video>
            <p:video>
              <p:cMediaNode vol="80000">
                <p:cTn id="5" fill="hold" display="0">
                  <p:stCondLst>
                    <p:cond delay="indefinite"/>
                  </p:stCondLst>
                </p:cTn>
                <p:tgtEl>
                  <p:spTgt spid="9"/>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14"/>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Label sparsely while training; label densely only to validate</a:t>
            </a:r>
            <a:endParaRPr/>
          </a:p>
        </p:txBody>
      </p:sp>
      <p:pic>
        <p:nvPicPr>
          <p:cNvPr id="903" name="Google Shape;903;p14" descr="Workflow diagram: three experts each label a few frames in a library of 20 videos; JABS trains one classifier per expert; the classifiers are run on complete test videos and compared with a Venn diagram and a confusion matrix; the experts reach a consensus and repeat the process."/>
          <p:cNvPicPr preferRelativeResize="0"/>
          <p:nvPr/>
        </p:nvPicPr>
        <p:blipFill rotWithShape="1">
          <a:blip r:embed="rId3">
            <a:alphaModFix/>
          </a:blip>
          <a:srcRect t="4412" r="1112"/>
          <a:stretch/>
        </p:blipFill>
        <p:spPr>
          <a:xfrm>
            <a:off x="941832" y="1280160"/>
            <a:ext cx="5212080" cy="2240642"/>
          </a:xfrm>
          <a:prstGeom prst="rect">
            <a:avLst/>
          </a:prstGeom>
          <a:noFill/>
          <a:ln>
            <a:noFill/>
          </a:ln>
        </p:spPr>
      </p:pic>
      <p:sp>
        <p:nvSpPr>
          <p:cNvPr id="904" name="Google Shape;904;p14"/>
          <p:cNvSpPr txBox="1"/>
          <p:nvPr/>
        </p:nvSpPr>
        <p:spPr>
          <a:xfrm>
            <a:off x="6355080" y="941832"/>
            <a:ext cx="2468880" cy="32918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Each expert's labels → their own classifier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Compare classifiers on held-out videos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Dense labels last, after the definition settles</a:t>
            </a:r>
            <a:endParaRPr sz="1400" b="0" i="0" u="none" strike="noStrike" cap="none">
              <a:solidFill>
                <a:srgbClr val="000000"/>
              </a:solidFill>
              <a:latin typeface="Arial"/>
              <a:ea typeface="Arial"/>
              <a:cs typeface="Arial"/>
              <a:sym typeface="Arial"/>
            </a:endParaRPr>
          </a:p>
        </p:txBody>
      </p:sp>
      <p:sp>
        <p:nvSpPr>
          <p:cNvPr id="905" name="Google Shape;905;p14"/>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Choudhary et al., eLife 2026;14:e107259 (CC BY 4.0)</a:t>
            </a:r>
            <a:endParaRPr sz="1400" b="0" i="0" u="none" strike="noStrike" cap="none">
              <a:solidFill>
                <a:srgbClr val="000000"/>
              </a:solidFill>
              <a:latin typeface="Arial"/>
              <a:ea typeface="Arial"/>
              <a:cs typeface="Arial"/>
              <a:sym typeface="Arial"/>
            </a:endParaRPr>
          </a:p>
        </p:txBody>
      </p:sp>
      <p:sp>
        <p:nvSpPr>
          <p:cNvPr id="906" name="Tag"/>
          <p:cNvSpPr/>
          <p:nvPr/>
        </p:nvSpPr>
        <p:spPr>
          <a:xfrm>
            <a:off x="941832" y="868680"/>
            <a:ext cx="1645920" cy="310896"/>
          </a:xfrm>
          <a:prstGeom prst="round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a:solidFill>
                  <a:srgbClr val="FFFFFF"/>
                </a:solidFill>
                <a:latin typeface="Arial"/>
              </a:rPr>
              <a:t>CORE CONCEPT</a:t>
            </a:r>
          </a:p>
        </p:txBody>
      </p:sp>
      <p:sp>
        <p:nvSpPr>
          <p:cNvPr id="907" name="Core concept"/>
          <p:cNvSpPr/>
          <p:nvPr/>
        </p:nvSpPr>
        <p:spPr>
          <a:xfrm>
            <a:off x="941832" y="3630530"/>
            <a:ext cx="5212080" cy="640080"/>
          </a:xfrm>
          <a:prstGeom prst="rect">
            <a:avLst/>
          </a:prstGeom>
          <a:solidFill>
            <a:srgbClr val="FDF1E7"/>
          </a:solidFill>
          <a:ln w="12700">
            <a:solidFill>
              <a:srgbClr val="E87722"/>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600" b="1">
                <a:solidFill>
                  <a:srgbClr val="002D72"/>
                </a:solidFill>
                <a:latin typeface="Arial"/>
              </a:rPr>
              <a:t>Label sparsely to train. Label densely only to validate.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18"/>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Accuracy hides disagreement when behavior is rare</a:t>
            </a:r>
            <a:endParaRPr/>
          </a:p>
        </p:txBody>
      </p:sp>
      <p:pic>
        <p:nvPicPr>
          <p:cNvPr id="933" name="Google Shape;933;p18" descr="Panels comparing two annotators' left-turn labels: example ethograms, density plots, a two-by-two table with accuracy 96.5% and kappa 0.64, and a Venn diagram showing that only 49% of behavior frames are shared between the annotators."/>
          <p:cNvPicPr preferRelativeResize="0"/>
          <p:nvPr/>
        </p:nvPicPr>
        <p:blipFill rotWithShape="1">
          <a:blip r:embed="rId3">
            <a:alphaModFix/>
          </a:blip>
          <a:srcRect/>
          <a:stretch/>
        </p:blipFill>
        <p:spPr>
          <a:xfrm>
            <a:off x="941832" y="1104867"/>
            <a:ext cx="5212080" cy="3093784"/>
          </a:xfrm>
          <a:prstGeom prst="rect">
            <a:avLst/>
          </a:prstGeom>
          <a:noFill/>
          <a:ln>
            <a:noFill/>
          </a:ln>
        </p:spPr>
      </p:pic>
      <p:sp>
        <p:nvSpPr>
          <p:cNvPr id="934" name="Google Shape;934;p18"/>
          <p:cNvSpPr txBox="1"/>
          <p:nvPr/>
        </p:nvSpPr>
        <p:spPr>
          <a:xfrm>
            <a:off x="6355080" y="941832"/>
            <a:ext cx="2468880" cy="32918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Left turn, two annotators: accuracy 96.5%, κ = 0.64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Only 49% of behavior frames shared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Report κ, precision, recall and F1, not accuracy alone</a:t>
            </a:r>
            <a:endParaRPr sz="1400" b="0" i="0" u="none" strike="noStrike" cap="none">
              <a:solidFill>
                <a:srgbClr val="000000"/>
              </a:solidFill>
              <a:latin typeface="Arial"/>
              <a:ea typeface="Arial"/>
              <a:cs typeface="Arial"/>
              <a:sym typeface="Arial"/>
            </a:endParaRPr>
          </a:p>
        </p:txBody>
      </p:sp>
      <p:sp>
        <p:nvSpPr>
          <p:cNvPr id="935" name="Google Shape;935;p18"/>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Choudhary et al., eLife 2026;14:e107259 (CC BY 4.0)</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9"/>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JABS-AL: label sparsely in the GUI, train in seconds</a:t>
            </a:r>
            <a:endParaRPr/>
          </a:p>
        </p:txBody>
      </p:sp>
      <p:pic>
        <p:nvPicPr>
          <p:cNvPr id="863" name="Google Shape;863;p9" descr="Annotated screenshot of the JABS labeling window: video clip library on the left, the video frame with a mouse in the arena, behavior selection, mouse ID, train and classify controls with window size and cross validation, project label counts, video controls, and timelines of behavior labels and behavior classification along the bottom."/>
          <p:cNvPicPr preferRelativeResize="0"/>
          <p:nvPr/>
        </p:nvPicPr>
        <p:blipFill rotWithShape="1">
          <a:blip r:embed="rId3">
            <a:alphaModFix/>
          </a:blip>
          <a:srcRect t="2000"/>
          <a:stretch/>
        </p:blipFill>
        <p:spPr>
          <a:xfrm>
            <a:off x="941832" y="868680"/>
            <a:ext cx="5669280" cy="3270309"/>
          </a:xfrm>
          <a:prstGeom prst="rect">
            <a:avLst/>
          </a:prstGeom>
          <a:noFill/>
          <a:ln>
            <a:noFill/>
          </a:ln>
        </p:spPr>
      </p:pic>
      <p:sp>
        <p:nvSpPr>
          <p:cNvPr id="864" name="Google Shape;864;p9"/>
          <p:cNvSpPr txBox="1"/>
          <p:nvPr/>
        </p:nvSpPr>
        <p:spPr>
          <a:xfrm>
            <a:off x="6812280" y="941832"/>
            <a:ext cx="2011680" cy="32918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Label behavior and not-behavior; skip ambiguous frames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At least 100 labeled frames across 2 videos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Features come from pose alone</a:t>
            </a:r>
            <a:endParaRPr sz="1400" b="0" i="0" u="none" strike="noStrike" cap="none">
              <a:solidFill>
                <a:srgbClr val="000000"/>
              </a:solidFill>
              <a:latin typeface="Arial"/>
              <a:ea typeface="Arial"/>
              <a:cs typeface="Arial"/>
              <a:sym typeface="Arial"/>
            </a:endParaRPr>
          </a:p>
        </p:txBody>
      </p:sp>
      <p:sp>
        <p:nvSpPr>
          <p:cNvPr id="865" name="Google Shape;865;p9"/>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Choudhary et al., eLife 2026;14:e107259 (CC BY 4.0)</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10"/>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Behavior is temporal: choose the window to match the behavior</a:t>
            </a:r>
            <a:endParaRPr/>
          </a:p>
        </p:txBody>
      </p:sp>
      <p:pic>
        <p:nvPicPr>
          <p:cNvPr id="872" name="Google Shape;872;p10" descr="Box plot of accuracy against window size, from 5 to 150 frames, for XGBoost and Random Forest. XGBoost is higher at every window size, and accuracy peaks near a window of 60 frames."/>
          <p:cNvPicPr preferRelativeResize="0"/>
          <p:nvPr/>
        </p:nvPicPr>
        <p:blipFill rotWithShape="1">
          <a:blip r:embed="rId3">
            <a:alphaModFix/>
          </a:blip>
          <a:srcRect l="1194" t="10270" r="3284"/>
          <a:stretch/>
        </p:blipFill>
        <p:spPr>
          <a:xfrm>
            <a:off x="5386696" y="868680"/>
            <a:ext cx="3437263" cy="3566159"/>
          </a:xfrm>
          <a:prstGeom prst="rect">
            <a:avLst/>
          </a:prstGeom>
          <a:noFill/>
          <a:ln>
            <a:noFill/>
          </a:ln>
        </p:spPr>
      </p:pic>
      <p:sp>
        <p:nvSpPr>
          <p:cNvPr id="873" name="Google Shape;873;p10"/>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Choudhary et al., eLife 2026;14:e107259 (CC BY 4.0)</a:t>
            </a:r>
            <a:endParaRPr sz="1400" b="0" i="0" u="none" strike="noStrike" cap="none">
              <a:solidFill>
                <a:srgbClr val="000000"/>
              </a:solidFill>
              <a:latin typeface="Arial"/>
              <a:ea typeface="Arial"/>
              <a:cs typeface="Arial"/>
              <a:sym typeface="Arial"/>
            </a:endParaRPr>
          </a:p>
        </p:txBody>
      </p:sp>
      <p:sp>
        <p:nvSpPr>
          <p:cNvPr id="874" name="Window takeaway"/>
          <p:cNvSpPr/>
          <p:nvPr/>
        </p:nvSpPr>
        <p:spPr>
          <a:xfrm>
            <a:off x="941832" y="1097280"/>
            <a:ext cx="4170544" cy="2926080"/>
          </a:xfrm>
          <a:prstGeom prst="rect">
            <a:avLst/>
          </a:prstGeom>
          <a:solidFill>
            <a:srgbClr val="FDF1E7"/>
          </a:solidFill>
          <a:ln w="12700">
            <a:solidFill>
              <a:srgbClr val="E87722"/>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600" b="0">
                <a:solidFill>
                  <a:srgbClr val="595F69"/>
                </a:solidFill>
                <a:latin typeface="Arial"/>
              </a:rPr>
              <a:t>Each frame is classified using features from a window of frames around it.</a:t>
            </a:r>
          </a:p>
          <a:p>
            <a:pPr algn="l">
              <a:spcBef>
                <a:spcPts val="400"/>
              </a:spcBef>
            </a:pPr>
            <a:r>
              <a:rPr sz="1800" b="1">
                <a:solidFill>
                  <a:srgbClr val="002D72"/>
                </a:solidFill>
                <a:latin typeface="Arial"/>
              </a:rPr>
              <a:t>The best window matches the behavior's time scale: about 60 frames (2 s each side) for grooming.</a:t>
            </a:r>
          </a:p>
          <a:p>
            <a:pPr algn="l">
              <a:spcBef>
                <a:spcPts val="400"/>
              </a:spcBef>
            </a:pPr>
            <a:r>
              <a:rPr sz="1600" b="0">
                <a:solidFill>
                  <a:srgbClr val="595F69"/>
                </a:solidFill>
                <a:latin typeface="Arial"/>
              </a:rPr>
              <a:t>The GUI default is 5 frames; this course uses 60.</a:t>
            </a:r>
          </a:p>
          <a:p>
            <a:pPr algn="l">
              <a:spcBef>
                <a:spcPts val="400"/>
              </a:spcBef>
            </a:pPr>
            <a:r>
              <a:rPr sz="1400" b="0">
                <a:solidFill>
                  <a:srgbClr val="595F69"/>
                </a:solidFill>
                <a:latin typeface="Arial"/>
              </a:rPr>
              <a:t>Idea: Kristin Branson's JAABA (Kabra 2013).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1832" y="228600"/>
            <a:ext cx="7882127" cy="548640"/>
          </a:xfrm>
        </p:spPr>
        <p:txBody>
          <a:bodyPr/>
          <a:lstStyle/>
          <a:p>
            <a:r>
              <a:rPr sz="2200"/>
              <a:t>An analogy: two people transcribe the same speech</a:t>
            </a:r>
          </a:p>
        </p:txBody>
      </p:sp>
      <p:grpSp>
        <p:nvGrpSpPr>
          <p:cNvPr id="18" name="Transcription analogy diagram" descr="Diagram of two people's transcripts of the same speech. Person A has three sentences. Person B has the same three sentences, starting and ending a little differently, with sentence 2 split into 2a and 2b by a pause, and a stray 'um'. Lines link the matching sentences."/>
          <p:cNvGrpSpPr/>
          <p:nvPr/>
        </p:nvGrpSpPr>
        <p:grpSpPr>
          <a:xfrm>
            <a:off x="850392" y="868680"/>
            <a:ext cx="4956048" cy="1325880"/>
            <a:chOff x="850392" y="868680"/>
            <a:chExt cx="4956048" cy="1325880"/>
          </a:xfrm>
        </p:grpSpPr>
        <p:sp>
          <p:nvSpPr>
            <p:cNvPr id="3" name="Time label"/>
            <p:cNvSpPr txBox="1"/>
            <p:nvPr/>
          </p:nvSpPr>
          <p:spPr>
            <a:xfrm>
              <a:off x="1828800" y="868680"/>
              <a:ext cx="3977639" cy="274320"/>
            </a:xfrm>
            <a:prstGeom prst="rect">
              <a:avLst/>
            </a:prstGeom>
            <a:noFill/>
          </p:spPr>
          <p:txBody>
            <a:bodyPr wrap="square" lIns="18288" tIns="18288" rIns="18288" bIns="18288" anchor="t">
              <a:spAutoFit/>
            </a:bodyPr>
            <a:lstStyle/>
            <a:p>
              <a:r>
                <a:rPr sz="1400" b="0">
                  <a:solidFill>
                    <a:srgbClr val="595F69"/>
                  </a:solidFill>
                  <a:latin typeface="Arial"/>
                </a:rPr>
                <a:t>the speech, left to right</a:t>
              </a:r>
            </a:p>
          </p:txBody>
        </p:sp>
        <p:sp>
          <p:nvSpPr>
            <p:cNvPr id="4" name="Person A"/>
            <p:cNvSpPr txBox="1"/>
            <p:nvPr/>
          </p:nvSpPr>
          <p:spPr>
            <a:xfrm>
              <a:off x="850392" y="1188720"/>
              <a:ext cx="1188720" cy="411480"/>
            </a:xfrm>
            <a:prstGeom prst="rect">
              <a:avLst/>
            </a:prstGeom>
            <a:noFill/>
          </p:spPr>
          <p:txBody>
            <a:bodyPr wrap="square" anchor="ctr">
              <a:spAutoFit/>
            </a:bodyPr>
            <a:lstStyle/>
            <a:p>
              <a:r>
                <a:rPr sz="1400" b="1">
                  <a:solidFill>
                    <a:srgbClr val="002D72"/>
                  </a:solidFill>
                  <a:latin typeface="Arial"/>
                </a:rPr>
                <a:t>Person A</a:t>
              </a:r>
            </a:p>
          </p:txBody>
        </p:sp>
        <p:sp>
          <p:nvSpPr>
            <p:cNvPr id="5" name="Person B"/>
            <p:cNvSpPr txBox="1"/>
            <p:nvPr/>
          </p:nvSpPr>
          <p:spPr>
            <a:xfrm>
              <a:off x="850392" y="1783080"/>
              <a:ext cx="1188720" cy="411480"/>
            </a:xfrm>
            <a:prstGeom prst="rect">
              <a:avLst/>
            </a:prstGeom>
            <a:noFill/>
          </p:spPr>
          <p:txBody>
            <a:bodyPr wrap="square" anchor="ctr">
              <a:spAutoFit/>
            </a:bodyPr>
            <a:lstStyle/>
            <a:p>
              <a:r>
                <a:rPr sz="1400" b="1">
                  <a:solidFill>
                    <a:srgbClr val="002D72"/>
                  </a:solidFill>
                  <a:latin typeface="Arial"/>
                </a:rPr>
                <a:t>Person B</a:t>
              </a:r>
            </a:p>
          </p:txBody>
        </p:sp>
        <p:sp>
          <p:nvSpPr>
            <p:cNvPr id="6" name="A sentence 1"/>
            <p:cNvSpPr/>
            <p:nvPr/>
          </p:nvSpPr>
          <p:spPr>
            <a:xfrm>
              <a:off x="1828800" y="1188720"/>
              <a:ext cx="1193292" cy="41148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a:solidFill>
                    <a:srgbClr val="FFFFFF"/>
                  </a:solidFill>
                  <a:latin typeface="Arial"/>
                </a:rPr>
                <a:t>sentence 1</a:t>
              </a:r>
            </a:p>
          </p:txBody>
        </p:sp>
        <p:sp>
          <p:nvSpPr>
            <p:cNvPr id="7" name="A sentence 2"/>
            <p:cNvSpPr/>
            <p:nvPr/>
          </p:nvSpPr>
          <p:spPr>
            <a:xfrm>
              <a:off x="3260750" y="1188720"/>
              <a:ext cx="1034186" cy="41148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a:solidFill>
                    <a:srgbClr val="FFFFFF"/>
                  </a:solidFill>
                  <a:latin typeface="Arial"/>
                </a:rPr>
                <a:t>sentence 2</a:t>
              </a:r>
            </a:p>
          </p:txBody>
        </p:sp>
        <p:sp>
          <p:nvSpPr>
            <p:cNvPr id="8" name="A sentence 3"/>
            <p:cNvSpPr/>
            <p:nvPr/>
          </p:nvSpPr>
          <p:spPr>
            <a:xfrm>
              <a:off x="4613148" y="1188720"/>
              <a:ext cx="1193292" cy="41148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a:solidFill>
                    <a:srgbClr val="FFFFFF"/>
                  </a:solidFill>
                  <a:latin typeface="Arial"/>
                </a:rPr>
                <a:t>sentence 3</a:t>
              </a:r>
            </a:p>
          </p:txBody>
        </p:sp>
        <p:sp>
          <p:nvSpPr>
            <p:cNvPr id="9" name="B sentence part 1"/>
            <p:cNvSpPr/>
            <p:nvPr/>
          </p:nvSpPr>
          <p:spPr>
            <a:xfrm>
              <a:off x="1948129" y="1783080"/>
              <a:ext cx="1113739" cy="411480"/>
            </a:xfrm>
            <a:prstGeom prst="rect">
              <a:avLst/>
            </a:prstGeom>
            <a:solidFill>
              <a:srgbClr val="0085C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a:solidFill>
                    <a:srgbClr val="FFFFFF"/>
                  </a:solidFill>
                  <a:latin typeface="Arial"/>
                </a:rPr>
                <a:t>sentence 1</a:t>
              </a:r>
            </a:p>
          </p:txBody>
        </p:sp>
        <p:sp>
          <p:nvSpPr>
            <p:cNvPr id="10" name="B sentence part 2"/>
            <p:cNvSpPr/>
            <p:nvPr/>
          </p:nvSpPr>
          <p:spPr>
            <a:xfrm>
              <a:off x="3181197" y="1783080"/>
              <a:ext cx="477316" cy="411480"/>
            </a:xfrm>
            <a:prstGeom prst="rect">
              <a:avLst/>
            </a:prstGeom>
            <a:solidFill>
              <a:srgbClr val="0085C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a:solidFill>
                    <a:srgbClr val="FFFFFF"/>
                  </a:solidFill>
                  <a:latin typeface="Arial"/>
                </a:rPr>
                <a:t>2a</a:t>
              </a:r>
            </a:p>
          </p:txBody>
        </p:sp>
        <p:sp>
          <p:nvSpPr>
            <p:cNvPr id="11" name="B sentence part 3"/>
            <p:cNvSpPr/>
            <p:nvPr/>
          </p:nvSpPr>
          <p:spPr>
            <a:xfrm>
              <a:off x="3777843" y="1783080"/>
              <a:ext cx="477316" cy="411480"/>
            </a:xfrm>
            <a:prstGeom prst="rect">
              <a:avLst/>
            </a:prstGeom>
            <a:solidFill>
              <a:srgbClr val="0085C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a:solidFill>
                    <a:srgbClr val="FFFFFF"/>
                  </a:solidFill>
                  <a:latin typeface="Arial"/>
                </a:rPr>
                <a:t>2b</a:t>
              </a:r>
            </a:p>
          </p:txBody>
        </p:sp>
        <p:sp>
          <p:nvSpPr>
            <p:cNvPr id="12" name="B sentence part 4"/>
            <p:cNvSpPr/>
            <p:nvPr/>
          </p:nvSpPr>
          <p:spPr>
            <a:xfrm>
              <a:off x="4792141" y="1783080"/>
              <a:ext cx="994409" cy="411480"/>
            </a:xfrm>
            <a:prstGeom prst="rect">
              <a:avLst/>
            </a:prstGeom>
            <a:solidFill>
              <a:srgbClr val="0085C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a:solidFill>
                    <a:srgbClr val="FFFFFF"/>
                  </a:solidFill>
                  <a:latin typeface="Arial"/>
                </a:rPr>
                <a:t>sentence 3</a:t>
              </a:r>
            </a:p>
          </p:txBody>
        </p:sp>
        <p:sp>
          <p:nvSpPr>
            <p:cNvPr id="13" name="B stray murmur"/>
            <p:cNvSpPr/>
            <p:nvPr/>
          </p:nvSpPr>
          <p:spPr>
            <a:xfrm>
              <a:off x="4334713" y="1783080"/>
              <a:ext cx="377875" cy="41148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a:solidFill>
                    <a:srgbClr val="FFFFFF"/>
                  </a:solidFill>
                  <a:latin typeface="Arial"/>
                </a:rPr>
                <a:t>um</a:t>
              </a:r>
            </a:p>
          </p:txBody>
        </p:sp>
        <p:cxnSp>
          <p:nvCxnSpPr>
            <p:cNvPr id="14" name="Connector 13">
              <a:extLst>
                <a:ext uri="{C183D7F6-B498-43B3-948B-1728B52AA6E4}">
                  <adec:decorative xmlns:adec="http://schemas.microsoft.com/office/drawing/2017/decorative" val="1"/>
                </a:ext>
              </a:extLst>
            </p:cNvPr>
            <p:cNvCxnSpPr/>
            <p:nvPr/>
          </p:nvCxnSpPr>
          <p:spPr>
            <a:xfrm>
              <a:off x="2425446" y="1600200"/>
              <a:ext cx="79552" cy="182880"/>
            </a:xfrm>
            <a:prstGeom prst="line">
              <a:avLst/>
            </a:prstGeom>
            <a:ln w="12700">
              <a:solidFill>
                <a:srgbClr val="595F69"/>
              </a:solidFill>
            </a:ln>
          </p:spPr>
          <p:style>
            <a:lnRef idx="2">
              <a:schemeClr val="accent1"/>
            </a:lnRef>
            <a:fillRef idx="0">
              <a:schemeClr val="accent1"/>
            </a:fillRef>
            <a:effectRef idx="1">
              <a:schemeClr val="accent1"/>
            </a:effectRef>
            <a:fontRef idx="minor">
              <a:schemeClr val="tx1"/>
            </a:fontRef>
          </p:style>
        </p:cxnSp>
        <p:cxnSp>
          <p:nvCxnSpPr>
            <p:cNvPr id="15" name="Connector 14">
              <a:extLst>
                <a:ext uri="{C183D7F6-B498-43B3-948B-1728B52AA6E4}">
                  <adec:decorative xmlns:adec="http://schemas.microsoft.com/office/drawing/2017/decorative" val="1"/>
                </a:ext>
              </a:extLst>
            </p:cNvPr>
            <p:cNvCxnSpPr/>
            <p:nvPr/>
          </p:nvCxnSpPr>
          <p:spPr>
            <a:xfrm flipH="1">
              <a:off x="3419856" y="1600200"/>
              <a:ext cx="357987" cy="182880"/>
            </a:xfrm>
            <a:prstGeom prst="line">
              <a:avLst/>
            </a:prstGeom>
            <a:ln w="12700">
              <a:solidFill>
                <a:srgbClr val="595F69"/>
              </a:solidFill>
            </a:ln>
          </p:spPr>
          <p:style>
            <a:lnRef idx="2">
              <a:schemeClr val="accent1"/>
            </a:lnRef>
            <a:fillRef idx="0">
              <a:schemeClr val="accent1"/>
            </a:fillRef>
            <a:effectRef idx="1">
              <a:schemeClr val="accent1"/>
            </a:effectRef>
            <a:fontRef idx="minor">
              <a:schemeClr val="tx1"/>
            </a:fontRef>
          </p:style>
        </p:cxnSp>
        <p:cxnSp>
          <p:nvCxnSpPr>
            <p:cNvPr id="16" name="Connector 15">
              <a:extLst>
                <a:ext uri="{C183D7F6-B498-43B3-948B-1728B52AA6E4}">
                  <adec:decorative xmlns:adec="http://schemas.microsoft.com/office/drawing/2017/decorative" val="1"/>
                </a:ext>
              </a:extLst>
            </p:cNvPr>
            <p:cNvCxnSpPr/>
            <p:nvPr/>
          </p:nvCxnSpPr>
          <p:spPr>
            <a:xfrm>
              <a:off x="3777843" y="1600200"/>
              <a:ext cx="238659" cy="182880"/>
            </a:xfrm>
            <a:prstGeom prst="line">
              <a:avLst/>
            </a:prstGeom>
            <a:ln w="12700">
              <a:solidFill>
                <a:srgbClr val="595F69"/>
              </a:solidFill>
            </a:ln>
          </p:spPr>
          <p:style>
            <a:lnRef idx="2">
              <a:schemeClr val="accent1"/>
            </a:lnRef>
            <a:fillRef idx="0">
              <a:schemeClr val="accent1"/>
            </a:fillRef>
            <a:effectRef idx="1">
              <a:schemeClr val="accent1"/>
            </a:effectRef>
            <a:fontRef idx="minor">
              <a:schemeClr val="tx1"/>
            </a:fontRef>
          </p:style>
        </p:cxnSp>
        <p:cxnSp>
          <p:nvCxnSpPr>
            <p:cNvPr id="17" name="Connector 16">
              <a:extLst>
                <a:ext uri="{C183D7F6-B498-43B3-948B-1728B52AA6E4}">
                  <adec:decorative xmlns:adec="http://schemas.microsoft.com/office/drawing/2017/decorative" val="1"/>
                </a:ext>
              </a:extLst>
            </p:cNvPr>
            <p:cNvCxnSpPr/>
            <p:nvPr/>
          </p:nvCxnSpPr>
          <p:spPr>
            <a:xfrm>
              <a:off x="5209794" y="1600200"/>
              <a:ext cx="79552" cy="182880"/>
            </a:xfrm>
            <a:prstGeom prst="line">
              <a:avLst/>
            </a:prstGeom>
            <a:ln w="12700">
              <a:solidFill>
                <a:srgbClr val="595F69"/>
              </a:solidFill>
            </a:ln>
          </p:spPr>
          <p:style>
            <a:lnRef idx="2">
              <a:schemeClr val="accent1"/>
            </a:lnRef>
            <a:fillRef idx="0">
              <a:schemeClr val="accent1"/>
            </a:fillRef>
            <a:effectRef idx="1">
              <a:schemeClr val="accent1"/>
            </a:effectRef>
            <a:fontRef idx="minor">
              <a:schemeClr val="tx1"/>
            </a:fontRef>
          </p:style>
        </p:cxnSp>
      </p:grpSp>
      <p:sp>
        <p:nvSpPr>
          <p:cNvPr id="19" name="Mapping"/>
          <p:cNvSpPr txBox="1"/>
          <p:nvPr/>
        </p:nvSpPr>
        <p:spPr>
          <a:xfrm>
            <a:off x="5943600" y="1143000"/>
            <a:ext cx="2880360" cy="1554480"/>
          </a:xfrm>
          <a:prstGeom prst="rect">
            <a:avLst/>
          </a:prstGeom>
          <a:noFill/>
        </p:spPr>
        <p:txBody>
          <a:bodyPr wrap="square" anchor="t">
            <a:spAutoFit/>
          </a:bodyPr>
          <a:lstStyle/>
          <a:p>
            <a:r>
              <a:rPr sz="1600" b="1">
                <a:solidFill>
                  <a:srgbClr val="002D72"/>
                </a:solidFill>
                <a:latin typeface="Arial"/>
              </a:rPr>
              <a:t>letters</a:t>
            </a:r>
            <a:r>
              <a:rPr sz="1600" b="0">
                <a:solidFill>
                  <a:srgbClr val="595F69"/>
                </a:solidFill>
                <a:latin typeface="Arial"/>
              </a:rPr>
              <a:t> = frames</a:t>
            </a:r>
          </a:p>
          <a:p>
            <a:pPr>
              <a:spcBef>
                <a:spcPts val="600"/>
              </a:spcBef>
            </a:pPr>
            <a:r>
              <a:rPr sz="1600" b="1">
                <a:solidFill>
                  <a:srgbClr val="002D72"/>
                </a:solidFill>
                <a:latin typeface="Arial"/>
              </a:rPr>
              <a:t>sentences</a:t>
            </a:r>
            <a:r>
              <a:rPr sz="1600" b="0">
                <a:solidFill>
                  <a:srgbClr val="595F69"/>
                </a:solidFill>
                <a:latin typeface="Arial"/>
              </a:rPr>
              <a:t> = bouts</a:t>
            </a:r>
          </a:p>
          <a:p>
            <a:pPr>
              <a:spcBef>
                <a:spcPts val="600"/>
              </a:spcBef>
            </a:pPr>
            <a:r>
              <a:rPr sz="1600" b="1">
                <a:solidFill>
                  <a:srgbClr val="002D72"/>
                </a:solidFill>
                <a:latin typeface="Arial"/>
              </a:rPr>
              <a:t>2a + 2b</a:t>
            </a:r>
            <a:r>
              <a:rPr sz="1600" b="0">
                <a:solidFill>
                  <a:srgbClr val="595F69"/>
                </a:solidFill>
                <a:latin typeface="Arial"/>
              </a:rPr>
              <a:t>: split by a pause, so stitch</a:t>
            </a:r>
          </a:p>
          <a:p>
            <a:pPr>
              <a:spcBef>
                <a:spcPts val="600"/>
              </a:spcBef>
            </a:pPr>
            <a:r>
              <a:rPr sz="1600" b="1">
                <a:solidFill>
                  <a:srgbClr val="E87722"/>
                </a:solidFill>
                <a:latin typeface="Arial"/>
              </a:rPr>
              <a:t>um</a:t>
            </a:r>
            <a:r>
              <a:rPr sz="1600" b="0">
                <a:solidFill>
                  <a:srgbClr val="595F69"/>
                </a:solidFill>
                <a:latin typeface="Arial"/>
              </a:rPr>
              <a:t>: too short, so filter out</a:t>
            </a:r>
          </a:p>
        </p:txBody>
      </p:sp>
      <p:sp>
        <p:nvSpPr>
          <p:cNvPr id="20" name="Frame-wise verdict"/>
          <p:cNvSpPr/>
          <p:nvPr/>
        </p:nvSpPr>
        <p:spPr>
          <a:xfrm>
            <a:off x="941832" y="2834640"/>
            <a:ext cx="7882127" cy="685800"/>
          </a:xfrm>
          <a:prstGeom prst="rect">
            <a:avLst/>
          </a:prstGeom>
          <a:solidFill>
            <a:srgbClr val="FDF1E7"/>
          </a:solidFill>
          <a:ln w="12700">
            <a:solidFill>
              <a:srgbClr val="E87722"/>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600" b="1">
                <a:solidFill>
                  <a:srgbClr val="002D72"/>
                </a:solidFill>
                <a:latin typeface="Arial"/>
              </a:rPr>
              <a:t>Letter by letter (frame by frame): </a:t>
            </a:r>
            <a:r>
              <a:rPr sz="1600" b="0">
                <a:solidFill>
                  <a:srgbClr val="595F69"/>
                </a:solidFill>
                <a:latin typeface="Arial"/>
              </a:rPr>
              <a:t>starts and ends differ, so it looks like disagreement.</a:t>
            </a:r>
          </a:p>
        </p:txBody>
      </p:sp>
      <p:sp>
        <p:nvSpPr>
          <p:cNvPr id="21" name="Bout-wise verdict"/>
          <p:cNvSpPr/>
          <p:nvPr/>
        </p:nvSpPr>
        <p:spPr>
          <a:xfrm>
            <a:off x="941832" y="3630168"/>
            <a:ext cx="7882127" cy="685800"/>
          </a:xfrm>
          <a:prstGeom prst="rect">
            <a:avLst/>
          </a:prstGeom>
          <a:solidFill>
            <a:srgbClr val="E6F3FA"/>
          </a:solidFill>
          <a:ln w="12700">
            <a:solidFill>
              <a:srgbClr val="0085C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600" b="1">
                <a:solidFill>
                  <a:srgbClr val="002D72"/>
                </a:solidFill>
                <a:latin typeface="Arial"/>
              </a:rPr>
              <a:t>Sentence by sentence (bout by bout): </a:t>
            </a:r>
            <a:r>
              <a:rPr sz="1600" b="0">
                <a:solidFill>
                  <a:srgbClr val="595F69"/>
                </a:solidFill>
                <a:latin typeface="Arial"/>
              </a:rPr>
              <a:t>each sentence overlaps by at least half, so they agree.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p22"/>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Stitch and filter before comparing classifiers</a:t>
            </a:r>
            <a:endParaRPr/>
          </a:p>
        </p:txBody>
      </p:sp>
      <p:pic>
        <p:nvPicPr>
          <p:cNvPr id="965" name="Google Shape;965;p22" descr="Diagram of filtering and stitching bouts for two annotators: fragmented bouts are joined (stitch) and a very short false bout is removed (filter), so the annotators' bouts line up better."/>
          <p:cNvPicPr preferRelativeResize="0"/>
          <p:nvPr/>
        </p:nvPicPr>
        <p:blipFill rotWithShape="1">
          <a:blip r:embed="rId3">
            <a:alphaModFix/>
          </a:blip>
          <a:srcRect r="2355" b="645"/>
          <a:stretch/>
        </p:blipFill>
        <p:spPr>
          <a:xfrm>
            <a:off x="941832" y="1234440"/>
            <a:ext cx="7882127" cy="1829461"/>
          </a:xfrm>
          <a:prstGeom prst="rect">
            <a:avLst/>
          </a:prstGeom>
          <a:noFill/>
          <a:ln>
            <a:noFill/>
          </a:ln>
        </p:spPr>
      </p:pic>
      <p:pic>
        <p:nvPicPr>
          <p:cNvPr id="966" name="Google Shape;966;p22" descr="Three Venn diagrams: frame-wise agreement 49%, bout-wise agreement 56%, and bout-wise agreement after filtering and stitching 61%."/>
          <p:cNvPicPr preferRelativeResize="0"/>
          <p:nvPr/>
        </p:nvPicPr>
        <p:blipFill rotWithShape="1">
          <a:blip r:embed="rId4">
            <a:alphaModFix/>
          </a:blip>
          <a:srcRect t="8636" r="13539"/>
          <a:stretch/>
        </p:blipFill>
        <p:spPr>
          <a:xfrm>
            <a:off x="1769363" y="3155341"/>
            <a:ext cx="6227064" cy="1065224"/>
          </a:xfrm>
          <a:prstGeom prst="rect">
            <a:avLst/>
          </a:prstGeom>
          <a:noFill/>
          <a:ln>
            <a:noFill/>
          </a:ln>
        </p:spPr>
      </p:pic>
      <p:sp>
        <p:nvSpPr>
          <p:cNvPr id="967" name="Google Shape;967;p22"/>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Choudhary et al., eLife 2026;14:e107259 (CC BY 4.0)</a:t>
            </a:r>
            <a:endParaRPr sz="1400" b="0" i="0" u="none" strike="noStrike" cap="none">
              <a:solidFill>
                <a:srgbClr val="000000"/>
              </a:solidFill>
              <a:latin typeface="Arial"/>
              <a:ea typeface="Arial"/>
              <a:cs typeface="Arial"/>
              <a:sym typeface="Arial"/>
            </a:endParaRPr>
          </a:p>
        </p:txBody>
      </p:sp>
      <p:sp>
        <p:nvSpPr>
          <p:cNvPr id="968" name="Analogy link"/>
          <p:cNvSpPr txBox="1"/>
          <p:nvPr/>
        </p:nvSpPr>
        <p:spPr>
          <a:xfrm>
            <a:off x="941832" y="868680"/>
            <a:ext cx="7882127" cy="301752"/>
          </a:xfrm>
          <a:prstGeom prst="rect">
            <a:avLst/>
          </a:prstGeom>
          <a:noFill/>
        </p:spPr>
        <p:txBody>
          <a:bodyPr wrap="square" lIns="18288" tIns="18288" rIns="18288" bIns="18288" anchor="t">
            <a:spAutoFit/>
          </a:bodyPr>
          <a:lstStyle/>
          <a:p>
            <a:r>
              <a:rPr sz="1400" b="1">
                <a:solidFill>
                  <a:srgbClr val="002D72"/>
                </a:solidFill>
                <a:latin typeface="Arial"/>
              </a:rPr>
              <a:t>Like the speech: join a split sentence (stitch), drop a stray 'um' (filter).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16"/>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rgbClr val="FFFFFF"/>
              </a:buClr>
              <a:buSzPts val="4000"/>
              <a:buFont typeface="Arial"/>
              <a:buNone/>
            </a:pPr>
            <a:r>
              <a:rPr lang="en-US" sz="4000">
                <a:solidFill>
                  <a:srgbClr val="FFFFFF"/>
                </a:solidFill>
              </a:rPr>
              <a:t>Is the classifier right?</a:t>
            </a:r>
            <a:endParaRPr/>
          </a:p>
        </p:txBody>
      </p:sp>
      <p:sp>
        <p:nvSpPr>
          <p:cNvPr id="919" name="Google Shape;919;p16"/>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p>
            <a:pPr marL="0" lvl="0" indent="0" algn="l" rtl="0">
              <a:lnSpc>
                <a:spcPct val="102000"/>
              </a:lnSpc>
              <a:spcBef>
                <a:spcPts val="0"/>
              </a:spcBef>
              <a:spcAft>
                <a:spcPts val="0"/>
              </a:spcAft>
              <a:buClr>
                <a:srgbClr val="FFFFFF"/>
              </a:buClr>
              <a:buSzPts val="1800"/>
              <a:buFont typeface="Arial"/>
              <a:buNone/>
            </a:pPr>
            <a:r>
              <a:rPr lang="en-US" sz="1800">
                <a:solidFill>
                  <a:srgbClr val="FFFFFF"/>
                </a:solidFill>
              </a:rPr>
              <a:t>Metrics and data efficiency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19"/>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dirty="0"/>
              <a:t>What performance mean?</a:t>
            </a:r>
            <a:endParaRPr dirty="0"/>
          </a:p>
        </p:txBody>
      </p:sp>
      <p:sp>
        <p:nvSpPr>
          <p:cNvPr id="942" name="Google Shape;942;p19"/>
          <p:cNvSpPr txBox="1"/>
          <p:nvPr/>
        </p:nvSpPr>
        <p:spPr>
          <a:xfrm>
            <a:off x="4754880" y="941832"/>
            <a:ext cx="4069080" cy="32918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F1 is set at one threshold: move the threshold and F1 changes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AUROC does not depend on the threshold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5% FPR at 0.62 to 0.92 TPR across methods</a:t>
            </a:r>
            <a:endParaRPr sz="1400" b="0" i="0" u="none" strike="noStrike" cap="none">
              <a:solidFill>
                <a:srgbClr val="000000"/>
              </a:solidFill>
              <a:latin typeface="Arial"/>
              <a:ea typeface="Arial"/>
              <a:cs typeface="Arial"/>
              <a:sym typeface="Arial"/>
            </a:endParaRPr>
          </a:p>
        </p:txBody>
      </p:sp>
      <p:sp>
        <p:nvSpPr>
          <p:cNvPr id="943" name="Google Shape;943;p19"/>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Geuther et al., eLife 2021;10:e63207 (CC BY 4.0)</a:t>
            </a:r>
            <a:endParaRPr sz="1400" b="0" i="0" u="none" strike="noStrike" cap="none">
              <a:solidFill>
                <a:srgbClr val="000000"/>
              </a:solidFill>
              <a:latin typeface="Arial"/>
              <a:ea typeface="Arial"/>
              <a:cs typeface="Arial"/>
              <a:sym typeface="Arial"/>
            </a:endParaRPr>
          </a:p>
        </p:txBody>
      </p:sp>
      <p:pic>
        <p:nvPicPr>
          <p:cNvPr id="944" name="Google Shape;941;p19" descr="ROC curves of true positive rate against false positive rate for three approaches. At a 5% false positive rate the final neural network reaches 92% true positive rate and the JAABA 20% training set about 62%. The areas under the curves are 0.984, 0.954 and 0.930."/>
          <p:cNvPicPr>
            <a:picLocks noChangeAspect="1"/>
          </p:cNvPicPr>
          <p:nvPr/>
        </p:nvPicPr>
        <p:blipFill>
          <a:blip r:embed="rId3"/>
          <a:srcRect b="557"/>
          <a:stretch>
            <a:fillRect/>
          </a:stretch>
        </p:blipFill>
        <p:spPr>
          <a:xfrm>
            <a:off x="941832" y="868680"/>
            <a:ext cx="3566160" cy="368296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p25"/>
          <p:cNvSpPr txBox="1">
            <a:spLocks noGrp="1"/>
          </p:cNvSpPr>
          <p:nvPr>
            <p:ph type="title"/>
          </p:nvPr>
        </p:nvSpPr>
        <p:spPr>
          <a:xfrm>
            <a:off x="3949622" y="0"/>
            <a:ext cx="5038227" cy="2700341"/>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rgbClr val="FFFFFF"/>
              </a:buClr>
              <a:buSzPts val="4000"/>
              <a:buFont typeface="Arial"/>
              <a:buNone/>
            </a:pPr>
            <a:r>
              <a:rPr lang="en-US" sz="4000">
                <a:solidFill>
                  <a:srgbClr val="FFFFFF"/>
                </a:solidFill>
              </a:rPr>
              <a:t>From behavior to biology</a:t>
            </a:r>
            <a:endParaRPr/>
          </a:p>
        </p:txBody>
      </p:sp>
      <p:sp>
        <p:nvSpPr>
          <p:cNvPr id="981" name="Google Shape;981;p25"/>
          <p:cNvSpPr txBox="1">
            <a:spLocks noGrp="1"/>
          </p:cNvSpPr>
          <p:nvPr>
            <p:ph type="body" idx="1"/>
          </p:nvPr>
        </p:nvSpPr>
        <p:spPr>
          <a:xfrm>
            <a:off x="3949622" y="2914650"/>
            <a:ext cx="5038227" cy="2228850"/>
          </a:xfrm>
          <a:prstGeom prst="rect">
            <a:avLst/>
          </a:prstGeom>
          <a:noFill/>
          <a:ln>
            <a:noFill/>
          </a:ln>
        </p:spPr>
        <p:txBody>
          <a:bodyPr spcFirstLastPara="1" wrap="square" lIns="0" tIns="0" rIns="0" bIns="0" anchor="t" anchorCtr="0">
            <a:normAutofit/>
          </a:bodyPr>
          <a:lstStyle/>
          <a:p>
            <a:pPr marL="0" lvl="0" indent="0" algn="l" rtl="0">
              <a:lnSpc>
                <a:spcPct val="102000"/>
              </a:lnSpc>
              <a:spcBef>
                <a:spcPts val="0"/>
              </a:spcBef>
              <a:spcAft>
                <a:spcPts val="0"/>
              </a:spcAft>
              <a:buClr>
                <a:srgbClr val="FFFFFF"/>
              </a:buClr>
              <a:buSzPts val="1800"/>
              <a:buFont typeface="Arial"/>
              <a:buNone/>
            </a:pPr>
            <a:r>
              <a:rPr lang="en-US" sz="1800">
                <a:solidFill>
                  <a:srgbClr val="FFFFFF"/>
                </a:solidFill>
              </a:rPr>
              <a:t>Phenotypes, strain surveys, genetics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p26"/>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Concept: predictions become phenotypes</a:t>
            </a:r>
            <a:endParaRPr/>
          </a:p>
        </p:txBody>
      </p:sp>
      <p:sp>
        <p:nvSpPr>
          <p:cNvPr id="989" name="Google Shape;989;p26"/>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Geuther et al., eLife 2021;10:e63207 (CC BY 4.0)</a:t>
            </a:r>
            <a:endParaRPr sz="1400" b="0" i="0" u="none" strike="noStrike" cap="none">
              <a:solidFill>
                <a:srgbClr val="000000"/>
              </a:solidFill>
              <a:latin typeface="Arial"/>
              <a:ea typeface="Arial"/>
              <a:cs typeface="Arial"/>
              <a:sym typeface="Arial"/>
            </a:endParaRPr>
          </a:p>
        </p:txBody>
      </p:sp>
      <p:pic>
        <p:nvPicPr>
          <p:cNvPr id="990" name="Google Shape;987;p26" descr="A grooming ethogram over 55 minutes, shown unfiltered and filtered, with marks at 5, 20 and 55 minutes."/>
          <p:cNvPicPr>
            <a:picLocks noChangeAspect="1"/>
          </p:cNvPicPr>
          <p:nvPr/>
        </p:nvPicPr>
        <p:blipFill>
          <a:blip r:embed="rId3"/>
          <a:srcRect/>
          <a:stretch>
            <a:fillRect/>
          </a:stretch>
        </p:blipFill>
        <p:spPr>
          <a:xfrm>
            <a:off x="941832" y="914400"/>
            <a:ext cx="4114800" cy="636416"/>
          </a:xfrm>
          <a:prstGeom prst="rect">
            <a:avLst/>
          </a:prstGeom>
        </p:spPr>
      </p:pic>
      <p:pic>
        <p:nvPicPr>
          <p:cNvPr id="991" name="Google Shape;988;p26" descr="Table of phenotype definitions: grooming time in the first 5, 20 and 55 minutes, number of bouts, mean bout length, slopes over time, and open-field corner time, each with its units."/>
          <p:cNvPicPr>
            <a:picLocks noChangeAspect="1"/>
          </p:cNvPicPr>
          <p:nvPr/>
        </p:nvPicPr>
        <p:blipFill>
          <a:blip r:embed="rId4"/>
          <a:srcRect t="527"/>
          <a:stretch>
            <a:fillRect/>
          </a:stretch>
        </p:blipFill>
        <p:spPr>
          <a:xfrm>
            <a:off x="941832" y="1687976"/>
            <a:ext cx="4114800" cy="2756414"/>
          </a:xfrm>
          <a:prstGeom prst="rect">
            <a:avLst/>
          </a:prstGeom>
        </p:spPr>
      </p:pic>
      <p:sp>
        <p:nvSpPr>
          <p:cNvPr id="992" name="Panel A caption"/>
          <p:cNvSpPr txBox="1"/>
          <p:nvPr/>
        </p:nvSpPr>
        <p:spPr>
          <a:xfrm>
            <a:off x="5303520" y="914400"/>
            <a:ext cx="3520440" cy="822960"/>
          </a:xfrm>
          <a:prstGeom prst="rect">
            <a:avLst/>
          </a:prstGeom>
          <a:noFill/>
        </p:spPr>
        <p:txBody>
          <a:bodyPr wrap="square" lIns="18288" tIns="18288" rIns="18288" bIns="18288" anchor="t">
            <a:spAutoFit/>
          </a:bodyPr>
          <a:lstStyle/>
          <a:p>
            <a:r>
              <a:rPr sz="1400" b="1">
                <a:solidFill>
                  <a:srgbClr val="002D72"/>
                </a:solidFill>
                <a:latin typeface="Arial"/>
              </a:rPr>
              <a:t>A  </a:t>
            </a:r>
            <a:r>
              <a:rPr sz="1400" b="0">
                <a:solidFill>
                  <a:srgbClr val="595F69"/>
                </a:solidFill>
                <a:latin typeface="Arial"/>
              </a:rPr>
              <a:t>One grooming ethogram, summarized at 5, 20 and 55 min</a:t>
            </a:r>
          </a:p>
        </p:txBody>
      </p:sp>
      <p:sp>
        <p:nvSpPr>
          <p:cNvPr id="993" name="Panel C caption"/>
          <p:cNvSpPr txBox="1"/>
          <p:nvPr/>
        </p:nvSpPr>
        <p:spPr>
          <a:xfrm>
            <a:off x="5303520" y="1687976"/>
            <a:ext cx="3520440" cy="2194560"/>
          </a:xfrm>
          <a:prstGeom prst="rect">
            <a:avLst/>
          </a:prstGeom>
          <a:noFill/>
        </p:spPr>
        <p:txBody>
          <a:bodyPr wrap="square" lIns="18288" tIns="18288" rIns="18288" bIns="18288" anchor="t">
            <a:spAutoFit/>
          </a:bodyPr>
          <a:lstStyle/>
          <a:p>
            <a:r>
              <a:rPr sz="1400" b="1">
                <a:solidFill>
                  <a:srgbClr val="002D72"/>
                </a:solidFill>
                <a:latin typeface="Arial"/>
              </a:rPr>
              <a:t>C  </a:t>
            </a:r>
            <a:r>
              <a:rPr sz="1400" b="0">
                <a:solidFill>
                  <a:srgbClr val="595F69"/>
                </a:solidFill>
                <a:latin typeface="Arial"/>
              </a:rPr>
              <a:t>The phenotype table: 3 bout measures (time, number, mean length) × 3 time bins, plus pattern and open-field measures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p31"/>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Take it home</a:t>
            </a:r>
            <a:endParaRPr/>
          </a:p>
        </p:txBody>
      </p:sp>
      <p:sp>
        <p:nvSpPr>
          <p:cNvPr id="1027" name="Google Shape;1027;p31"/>
          <p:cNvSpPr txBox="1">
            <a:spLocks noGrp="1"/>
          </p:cNvSpPr>
          <p:nvPr>
            <p:ph type="body" idx="1"/>
          </p:nvPr>
        </p:nvSpPr>
        <p:spPr>
          <a:xfrm>
            <a:off x="941832" y="914400"/>
            <a:ext cx="7882127" cy="3566159"/>
          </a:xfrm>
          <a:prstGeom prst="rect">
            <a:avLst/>
          </a:prstGeom>
          <a:noFill/>
          <a:ln>
            <a:noFill/>
          </a:ln>
        </p:spPr>
        <p:txBody>
          <a:bodyPr spcFirstLastPara="1" wrap="square" lIns="0" tIns="0" rIns="0" bIns="0" anchor="t" anchorCtr="0">
            <a:noAutofit/>
          </a:bodyPr>
          <a:lstStyle/>
          <a:p>
            <a:pPr marL="342900" lvl="0" indent="-342900" algn="l" rtl="0">
              <a:lnSpc>
                <a:spcPct val="102000"/>
              </a:lnSpc>
              <a:spcBef>
                <a:spcPts val="0"/>
              </a:spcBef>
              <a:spcAft>
                <a:spcPts val="0"/>
              </a:spcAft>
              <a:buClr>
                <a:srgbClr val="333F48"/>
              </a:buClr>
              <a:buSzPts val="750"/>
              <a:buFont typeface="Arial"/>
              <a:buChar char="•"/>
            </a:pPr>
            <a:r>
              <a:rPr lang="en-US" sz="1500"/>
              <a:t>Tutorial: github.com/KumarLabJax/getting-started-with-jabs</a:t>
            </a:r>
            <a:endParaRPr/>
          </a:p>
          <a:p>
            <a:pPr marL="342900" lvl="0" indent="-342900" algn="l" rtl="0">
              <a:lnSpc>
                <a:spcPct val="102000"/>
              </a:lnSpc>
              <a:spcBef>
                <a:spcPts val="1400"/>
              </a:spcBef>
              <a:spcAft>
                <a:spcPts val="0"/>
              </a:spcAft>
              <a:buClr>
                <a:srgbClr val="333F48"/>
              </a:buClr>
              <a:buSzPts val="750"/>
              <a:buFont typeface="Arial"/>
              <a:buChar char="•"/>
            </a:pPr>
            <a:r>
              <a:rPr lang="en-US" sz="1500"/>
              <a:t>JABS docs: kumarlabjax.github.io/JABS-behavior-classifier</a:t>
            </a:r>
            <a:endParaRPr/>
          </a:p>
          <a:p>
            <a:pPr marL="342900" lvl="0" indent="-342900" algn="l" rtl="0">
              <a:lnSpc>
                <a:spcPct val="102000"/>
              </a:lnSpc>
              <a:spcBef>
                <a:spcPts val="1400"/>
              </a:spcBef>
              <a:spcAft>
                <a:spcPts val="0"/>
              </a:spcAft>
              <a:buClr>
                <a:srgbClr val="333F48"/>
              </a:buClr>
              <a:buSzPts val="750"/>
              <a:buFont typeface="Arial"/>
              <a:buChar char="•"/>
            </a:pPr>
            <a:r>
              <a:rPr lang="en-US" sz="1500"/>
              <a:t>Course data: Zenodo JABS example projects, doi:10.5281/zenodo.16697331</a:t>
            </a:r>
            <a:endParaRPr/>
          </a:p>
          <a:p>
            <a:pPr marL="342900" lvl="0" indent="-342900" algn="l" rtl="0">
              <a:lnSpc>
                <a:spcPct val="102000"/>
              </a:lnSpc>
              <a:spcBef>
                <a:spcPts val="1400"/>
              </a:spcBef>
              <a:spcAft>
                <a:spcPts val="0"/>
              </a:spcAft>
              <a:buClr>
                <a:srgbClr val="333F48"/>
              </a:buClr>
              <a:buSzPts val="750"/>
              <a:buFont typeface="Arial"/>
              <a:buChar char="•"/>
            </a:pPr>
            <a:r>
              <a:rPr lang="en-US" sz="1500"/>
              <a:t>Strain-survey video + pose: Harvard Dataverse, doi:10.7910/DVN/SAPNJG</a:t>
            </a:r>
            <a:endParaRPr/>
          </a:p>
          <a:p>
            <a:pPr marL="342900" lvl="0" indent="-342900" algn="l" rtl="0">
              <a:lnSpc>
                <a:spcPct val="102000"/>
              </a:lnSpc>
              <a:spcBef>
                <a:spcPts val="1400"/>
              </a:spcBef>
              <a:spcAft>
                <a:spcPts val="0"/>
              </a:spcAft>
              <a:buClr>
                <a:srgbClr val="333F48"/>
              </a:buClr>
              <a:buSzPts val="750"/>
              <a:buFont typeface="Arial"/>
              <a:buChar char="•"/>
            </a:pPr>
            <a:r>
              <a:rPr lang="en-US" sz="1500"/>
              <a:t>Aging dataset: EMBER-DANDI, doi:10.60533/ember-dandi.000466/0.261009.2220</a:t>
            </a:r>
            <a:endParaRPr/>
          </a:p>
          <a:p>
            <a:pPr marL="342900" lvl="0" indent="-342900" algn="l" rtl="0">
              <a:lnSpc>
                <a:spcPct val="102000"/>
              </a:lnSpc>
              <a:spcBef>
                <a:spcPts val="1400"/>
              </a:spcBef>
              <a:spcAft>
                <a:spcPts val="0"/>
              </a:spcAft>
              <a:buClr>
                <a:srgbClr val="333F48"/>
              </a:buClr>
              <a:buSzPts val="750"/>
              <a:buFont typeface="Arial"/>
              <a:buChar char="•"/>
            </a:pPr>
            <a:r>
              <a:rPr lang="en-US" sz="1500"/>
              <a:t>BXD dataset: Harvard Dataverse, doi:10.7910/DVN/RQYI04</a:t>
            </a:r>
            <a:endParaRPr/>
          </a:p>
          <a:p>
            <a:pPr marL="342900" lvl="0" indent="-342900" algn="l" rtl="0">
              <a:lnSpc>
                <a:spcPct val="102000"/>
              </a:lnSpc>
              <a:spcBef>
                <a:spcPts val="1400"/>
              </a:spcBef>
              <a:spcAft>
                <a:spcPts val="0"/>
              </a:spcAft>
              <a:buClr>
                <a:srgbClr val="333F48"/>
              </a:buClr>
              <a:buSzPts val="750"/>
              <a:buFont typeface="Arial"/>
              <a:buChar char="•"/>
            </a:pPr>
            <a:r>
              <a:rPr lang="en-US" sz="1500"/>
              <a:t>Your own rig: the tutorial's 'Your Own Data!' page (setup, pose, QC, training)</a:t>
            </a:r>
            <a:endParaRPr/>
          </a:p>
          <a:p>
            <a:pPr marL="342900" lvl="0" indent="-342900" algn="l" rtl="0">
              <a:lnSpc>
                <a:spcPct val="102000"/>
              </a:lnSpc>
              <a:spcBef>
                <a:spcPts val="1400"/>
              </a:spcBef>
              <a:spcAft>
                <a:spcPts val="0"/>
              </a:spcAft>
              <a:buClr>
                <a:srgbClr val="333F48"/>
              </a:buClr>
              <a:buSzPts val="750"/>
              <a:buFont typeface="Arial"/>
              <a:buChar char="•"/>
            </a:pPr>
            <a:r>
              <a:rPr lang="en-US" sz="1500"/>
              <a:t>Questions about JABS: </a:t>
            </a:r>
            <a:r>
              <a:rPr lang="en-US" sz="1500" u="sng">
                <a:solidFill>
                  <a:schemeClr val="hlink"/>
                </a:solidFill>
                <a:hlinkClick r:id="rId3"/>
              </a:rPr>
              <a:t>jabs@jax.org</a:t>
            </a:r>
            <a:endParaRPr sz="1500"/>
          </a:p>
          <a:p>
            <a:pPr marL="342900" lvl="0" indent="-342900" algn="l" rtl="0">
              <a:lnSpc>
                <a:spcPct val="102000"/>
              </a:lnSpc>
              <a:spcBef>
                <a:spcPts val="1400"/>
              </a:spcBef>
              <a:spcAft>
                <a:spcPts val="0"/>
              </a:spcAft>
              <a:buSzPts val="1500"/>
              <a:buChar char="•"/>
            </a:pPr>
            <a:endParaRPr sz="15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32"/>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References</a:t>
            </a:r>
            <a:endParaRPr/>
          </a:p>
        </p:txBody>
      </p:sp>
      <p:sp>
        <p:nvSpPr>
          <p:cNvPr id="1033" name="Google Shape;1033;p32"/>
          <p:cNvSpPr txBox="1">
            <a:spLocks noGrp="1"/>
          </p:cNvSpPr>
          <p:nvPr>
            <p:ph type="body" idx="1"/>
          </p:nvPr>
        </p:nvSpPr>
        <p:spPr>
          <a:xfrm>
            <a:off x="941832" y="914400"/>
            <a:ext cx="7882127" cy="3566159"/>
          </a:xfrm>
          <a:prstGeom prst="rect">
            <a:avLst/>
          </a:prstGeom>
          <a:noFill/>
          <a:ln>
            <a:noFill/>
          </a:ln>
        </p:spPr>
        <p:txBody>
          <a:bodyPr spcFirstLastPara="1" wrap="square" lIns="0" tIns="0" rIns="0" bIns="0" anchor="t" anchorCtr="0">
            <a:noAutofit/>
          </a:bodyPr>
          <a:lstStyle/>
          <a:p>
            <a:pPr marL="342900" lvl="0" indent="-342900" algn="l" rtl="0">
              <a:lnSpc>
                <a:spcPct val="102000"/>
              </a:lnSpc>
              <a:spcBef>
                <a:spcPts val="0"/>
              </a:spcBef>
              <a:spcAft>
                <a:spcPts val="500"/>
              </a:spcAft>
              <a:buClr>
                <a:srgbClr val="333F48"/>
              </a:buClr>
              <a:buSzPts val="600"/>
              <a:buFont typeface="Arial"/>
              <a:buChar char="•"/>
            </a:pPr>
            <a:r>
              <a:rPr lang="en-US" sz="1400"/>
              <a:t>Choudhary A, Geuther BQ, Sproule TJ, Beane G, Kohar V, Trapszo J, Kumar V. JAX Animal Behavior System (JABS), a genetics-informed, end-to-end advanced behavioral phenotyping platform for the laboratory mouse. eLife 2026;14:e107259. doi:10.7554/eLife.107259</a:t>
            </a:r>
            <a:endParaRPr/>
          </a:p>
          <a:p>
            <a:pPr marL="342900" lvl="0" indent="-342900" algn="l" rtl="0">
              <a:lnSpc>
                <a:spcPct val="102000"/>
              </a:lnSpc>
              <a:spcBef>
                <a:spcPts val="0"/>
              </a:spcBef>
              <a:spcAft>
                <a:spcPts val="500"/>
              </a:spcAft>
              <a:buClr>
                <a:srgbClr val="333F48"/>
              </a:buClr>
              <a:buSzPts val="600"/>
              <a:buFont typeface="Arial"/>
              <a:buChar char="•"/>
            </a:pPr>
            <a:r>
              <a:rPr lang="en-US" sz="1400"/>
              <a:t>Geuther BQ, Peer A, He H, Sabnis G, Philip VM, Kumar V. Action detection using a neural network elucidates the genetics of mouse grooming behavior. eLife 2021;10:e63207. doi:10.7554/eLife.63207</a:t>
            </a:r>
            <a:endParaRPr/>
          </a:p>
          <a:p>
            <a:pPr marL="342900" lvl="0" indent="-342900" algn="l" rtl="0">
              <a:lnSpc>
                <a:spcPct val="102000"/>
              </a:lnSpc>
              <a:spcBef>
                <a:spcPts val="0"/>
              </a:spcBef>
              <a:spcAft>
                <a:spcPts val="500"/>
              </a:spcAft>
              <a:buClr>
                <a:srgbClr val="333F48"/>
              </a:buClr>
              <a:buSzPts val="600"/>
              <a:buFont typeface="Arial"/>
              <a:buChar char="•"/>
            </a:pPr>
            <a:r>
              <a:rPr lang="en-US" sz="1400"/>
              <a:t>Ye S, Filippova A, Lauer J, Schneider S, Vidal M, Qiu T, Mathis A, Mathis MW. SuperAnimal pretrained pose estimation models for behavioral analysis. Nat Commun 2024;15:5165. doi:10.1038/s41467-024-48792-2</a:t>
            </a:r>
            <a:endParaRPr/>
          </a:p>
          <a:p>
            <a:pPr marL="342900" lvl="0" indent="-342900" algn="l" rtl="0">
              <a:lnSpc>
                <a:spcPct val="102000"/>
              </a:lnSpc>
              <a:spcBef>
                <a:spcPts val="0"/>
              </a:spcBef>
              <a:spcAft>
                <a:spcPts val="500"/>
              </a:spcAft>
              <a:buClr>
                <a:srgbClr val="333F48"/>
              </a:buClr>
              <a:buSzPts val="600"/>
              <a:buFont typeface="Arial"/>
              <a:buChar char="•"/>
            </a:pPr>
            <a:r>
              <a:rPr lang="en-US" sz="1400"/>
              <a:t>Kabra M, Robie AA, Rivera-Alba M, Branson S, Branson K. JAABA: interactive machine learning for automatic annotation of animal behavior. Nat Methods 2013;10(1):64-67. doi:10.1038/nmeth.2281</a:t>
            </a:r>
            <a:endParaRPr/>
          </a:p>
          <a:p>
            <a:pPr marL="342900" lvl="0" indent="-342900" algn="l" rtl="0">
              <a:lnSpc>
                <a:spcPct val="102000"/>
              </a:lnSpc>
              <a:spcBef>
                <a:spcPts val="0"/>
              </a:spcBef>
              <a:spcAft>
                <a:spcPts val="500"/>
              </a:spcAft>
              <a:buClr>
                <a:srgbClr val="333F48"/>
              </a:buClr>
              <a:buSzPts val="600"/>
              <a:buFont typeface="Arial"/>
              <a:buChar char="•"/>
            </a:pPr>
            <a:r>
              <a:rPr lang="en-US" sz="1400"/>
              <a:t>Segalin C, Williams J, Karigo T, Hui M, Zelikowsky M, Sun JJ, Perona P, Anderson DJ, Kennedy A. The Mouse Action Recognition System (MARS) software pipeline for automated analysis of social behaviors in mice. eLife 2021;10:e63720. doi:10.7554/eLife.63720</a:t>
            </a:r>
            <a:endParaRPr/>
          </a:p>
          <a:p>
            <a:pPr marL="342900" lvl="0" indent="-342900" algn="l" rtl="0">
              <a:lnSpc>
                <a:spcPct val="102000"/>
              </a:lnSpc>
              <a:spcBef>
                <a:spcPts val="0"/>
              </a:spcBef>
              <a:spcAft>
                <a:spcPts val="500"/>
              </a:spcAft>
              <a:buClr>
                <a:srgbClr val="333F48"/>
              </a:buClr>
              <a:buSzPts val="600"/>
              <a:buFont typeface="Arial"/>
              <a:buChar char="•"/>
            </a:pPr>
            <a:r>
              <a:rPr lang="en-US" sz="1400"/>
              <a:t>Figures reproduced under CC BY 4.0; panels cropped from the published figures.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Backup</a:t>
            </a:r>
          </a:p>
        </p:txBody>
      </p:sp>
      <p:sp>
        <p:nvSpPr>
          <p:cNvPr id="3" name="Text Placeholder 2"/>
          <p:cNvSpPr>
            <a:spLocks noGrp="1"/>
          </p:cNvSpPr>
          <p:nvPr>
            <p:ph type="body" idx="1"/>
          </p:nvPr>
        </p:nvSpPr>
        <p:spPr/>
        <p:txBody>
          <a:bodyPr/>
          <a:lstStyle/>
          <a:p>
            <a:pPr marL="0" indent="0"/>
            <a:r>
              <a:t>Extra slides if time allows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p6"/>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Classifiers transfer only when the video matches</a:t>
            </a:r>
            <a:endParaRPr/>
          </a:p>
        </p:txBody>
      </p:sp>
      <p:sp>
        <p:nvSpPr>
          <p:cNvPr id="843" name="Google Shape;843;p6"/>
          <p:cNvSpPr txBox="1">
            <a:spLocks noGrp="1"/>
          </p:cNvSpPr>
          <p:nvPr>
            <p:ph type="body" idx="1"/>
          </p:nvPr>
        </p:nvSpPr>
        <p:spPr>
          <a:xfrm>
            <a:off x="941832" y="1252728"/>
            <a:ext cx="4023360" cy="2468880"/>
          </a:xfrm>
          <a:prstGeom prst="rect">
            <a:avLst/>
          </a:prstGeom>
          <a:noFill/>
          <a:ln>
            <a:noFill/>
          </a:ln>
        </p:spPr>
        <p:txBody>
          <a:bodyPr spcFirstLastPara="1" wrap="square" lIns="0" tIns="0" rIns="0" bIns="0" anchor="t" anchorCtr="0">
            <a:noAutofit/>
          </a:bodyPr>
          <a:lstStyle/>
          <a:p>
            <a:pPr marL="342900" lvl="0" indent="-342900" algn="l" rtl="0">
              <a:lnSpc>
                <a:spcPct val="102000"/>
              </a:lnSpc>
              <a:spcBef>
                <a:spcPts val="0"/>
              </a:spcBef>
              <a:spcAft>
                <a:spcPts val="0"/>
              </a:spcAft>
              <a:buClr>
                <a:srgbClr val="333F48"/>
              </a:buClr>
              <a:buSzPts val="750"/>
              <a:buFont typeface="Arial"/>
              <a:buChar char="•"/>
            </a:pPr>
            <a:r>
              <a:rPr lang="en-US" sz="1600"/>
              <a:t>Top-down camera ~100 cm above a 52 cm arena</a:t>
            </a:r>
            <a:endParaRPr/>
          </a:p>
          <a:p>
            <a:pPr marL="342900" lvl="0" indent="-342900" algn="l" rtl="0">
              <a:lnSpc>
                <a:spcPct val="102000"/>
              </a:lnSpc>
              <a:spcBef>
                <a:spcPts val="800"/>
              </a:spcBef>
              <a:spcAft>
                <a:spcPts val="0"/>
              </a:spcAft>
              <a:buClr>
                <a:srgbClr val="333F48"/>
              </a:buClr>
              <a:buSzPts val="750"/>
              <a:buFont typeface="Arial"/>
              <a:buChar char="•"/>
            </a:pPr>
            <a:r>
              <a:rPr lang="en-US" sz="1600"/>
              <a:t>800 × 800 px at 30 fps</a:t>
            </a:r>
            <a:endParaRPr/>
          </a:p>
          <a:p>
            <a:pPr marL="342900" lvl="0" indent="-342900" algn="l" rtl="0">
              <a:lnSpc>
                <a:spcPct val="102000"/>
              </a:lnSpc>
              <a:spcBef>
                <a:spcPts val="800"/>
              </a:spcBef>
              <a:spcAft>
                <a:spcPts val="0"/>
              </a:spcAft>
              <a:buClr>
                <a:srgbClr val="333F48"/>
              </a:buClr>
              <a:buSzPts val="750"/>
              <a:buFont typeface="Arial"/>
              <a:buChar char="•"/>
            </a:pPr>
            <a:r>
              <a:rPr lang="en-US" sz="1600"/>
              <a:t>940 nm IR: same image day and night</a:t>
            </a:r>
            <a:endParaRPr/>
          </a:p>
          <a:p>
            <a:pPr marL="342900" lvl="0" indent="-342900" algn="l" rtl="0">
              <a:lnSpc>
                <a:spcPct val="102000"/>
              </a:lnSpc>
              <a:spcBef>
                <a:spcPts val="800"/>
              </a:spcBef>
              <a:spcAft>
                <a:spcPts val="0"/>
              </a:spcAft>
              <a:buClr>
                <a:srgbClr val="333F48"/>
              </a:buClr>
              <a:buSzPts val="750"/>
              <a:buFont typeface="Arial"/>
              <a:buChar char="•"/>
            </a:pPr>
            <a:r>
              <a:rPr lang="en-US" sz="1600"/>
              <a:t>No default video compression (it adds a periodic keyframe signal)</a:t>
            </a:r>
            <a:endParaRPr/>
          </a:p>
          <a:p>
            <a:pPr marL="342900" lvl="0" indent="-342900" algn="l" rtl="0">
              <a:lnSpc>
                <a:spcPct val="102000"/>
              </a:lnSpc>
              <a:spcBef>
                <a:spcPts val="800"/>
              </a:spcBef>
              <a:spcAft>
                <a:spcPts val="0"/>
              </a:spcAft>
              <a:buClr>
                <a:srgbClr val="333F48"/>
              </a:buClr>
              <a:buSzPts val="750"/>
              <a:buFont typeface="Arial"/>
              <a:buChar char="•"/>
            </a:pPr>
            <a:r>
              <a:rPr lang="en-US" sz="1600"/>
              <a:t>Frame rate: grooming ≈7 Hz needs ≥14 fps (Nyquist)</a:t>
            </a:r>
            <a:endParaRPr/>
          </a:p>
        </p:txBody>
      </p:sp>
      <p:sp>
        <p:nvSpPr>
          <p:cNvPr id="844" name="Rig lead-in"/>
          <p:cNvSpPr txBox="1"/>
          <p:nvPr/>
        </p:nvSpPr>
        <p:spPr>
          <a:xfrm>
            <a:off x="941832" y="868680"/>
            <a:ext cx="4023360" cy="365760"/>
          </a:xfrm>
          <a:prstGeom prst="rect">
            <a:avLst/>
          </a:prstGeom>
          <a:noFill/>
        </p:spPr>
        <p:txBody>
          <a:bodyPr wrap="square" lIns="18288" tIns="18288" rIns="18288" bIns="18288" anchor="t">
            <a:spAutoFit/>
          </a:bodyPr>
          <a:lstStyle/>
          <a:p>
            <a:r>
              <a:rPr sz="1600" b="1">
                <a:solidFill>
                  <a:srgbClr val="002D72"/>
                </a:solidFill>
                <a:latin typeface="Arial"/>
              </a:rPr>
              <a:t>The JABS rig:</a:t>
            </a:r>
          </a:p>
        </p:txBody>
      </p:sp>
      <p:sp>
        <p:nvSpPr>
          <p:cNvPr id="845" name="Validate pose"/>
          <p:cNvSpPr/>
          <p:nvPr/>
        </p:nvSpPr>
        <p:spPr>
          <a:xfrm>
            <a:off x="941832" y="3794760"/>
            <a:ext cx="4023360" cy="594360"/>
          </a:xfrm>
          <a:prstGeom prst="rect">
            <a:avLst/>
          </a:prstGeom>
          <a:solidFill>
            <a:srgbClr val="FDF1E7"/>
          </a:solidFill>
          <a:ln w="12700">
            <a:solidFill>
              <a:srgbClr val="E87722"/>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600" b="1">
                <a:solidFill>
                  <a:srgbClr val="002D72"/>
                </a:solidFill>
                <a:latin typeface="Arial"/>
              </a:rPr>
              <a:t>Validate pose on your own setup first.</a:t>
            </a:r>
          </a:p>
        </p:txBody>
      </p:sp>
      <p:pic>
        <p:nvPicPr>
          <p:cNvPr id="846" name="Arena diversity" descr="Montage of nine top-view frames of mice in very different setups, including open fields, a circular arena, a bedding-filled cage, a clear box with objects, a metal cabinet, a maze and a yellow tray, with colored keypoint dots on each mouse. Arenas, lighting and cameras all differ."/>
          <p:cNvPicPr>
            <a:picLocks noChangeAspect="1"/>
          </p:cNvPicPr>
          <p:nvPr/>
        </p:nvPicPr>
        <p:blipFill>
          <a:blip r:embed="rId3"/>
          <a:stretch>
            <a:fillRect/>
          </a:stretch>
        </p:blipFill>
        <p:spPr>
          <a:xfrm>
            <a:off x="5029200" y="914400"/>
            <a:ext cx="3794760" cy="2804822"/>
          </a:xfrm>
          <a:prstGeom prst="rect">
            <a:avLst/>
          </a:prstGeom>
        </p:spPr>
      </p:pic>
      <p:sp>
        <p:nvSpPr>
          <p:cNvPr id="847" name="Figure caption"/>
          <p:cNvSpPr txBox="1"/>
          <p:nvPr/>
        </p:nvSpPr>
        <p:spPr>
          <a:xfrm>
            <a:off x="5029200" y="3774086"/>
            <a:ext cx="3794760" cy="640080"/>
          </a:xfrm>
          <a:prstGeom prst="rect">
            <a:avLst/>
          </a:prstGeom>
          <a:noFill/>
        </p:spPr>
        <p:txBody>
          <a:bodyPr wrap="square" lIns="18288" tIns="18288" rIns="18288" bIns="18288" anchor="t">
            <a:spAutoFit/>
          </a:bodyPr>
          <a:lstStyle/>
          <a:p>
            <a:r>
              <a:rPr sz="1400" b="1">
                <a:solidFill>
                  <a:srgbClr val="002D72"/>
                </a:solidFill>
                <a:latin typeface="Arial"/>
              </a:rPr>
              <a:t>Top-view mouse datasets differ in arena, lighting and camera.</a:t>
            </a:r>
          </a:p>
        </p:txBody>
      </p:sp>
      <p:sp>
        <p:nvSpPr>
          <p:cNvPr id="848" name="Credit"/>
          <p:cNvSpPr txBox="1"/>
          <p:nvPr/>
        </p:nvSpPr>
        <p:spPr>
          <a:xfrm>
            <a:off x="941832" y="4507992"/>
            <a:ext cx="7882127" cy="228600"/>
          </a:xfrm>
          <a:prstGeom prst="rect">
            <a:avLst/>
          </a:prstGeom>
          <a:noFill/>
        </p:spPr>
        <p:txBody>
          <a:bodyPr wrap="square" anchor="t">
            <a:spAutoFit/>
          </a:bodyPr>
          <a:lstStyle/>
          <a:p>
            <a:r>
              <a:rPr sz="1000" b="0">
                <a:solidFill>
                  <a:srgbClr val="595F69"/>
                </a:solidFill>
                <a:latin typeface="Arial"/>
              </a:rPr>
              <a:t>Arena montage: Ye et al., Nat Commun 2024;15:5165, Fig 1g, cropped (CC BY 4.0)</a:t>
            </a:r>
          </a:p>
        </p:txBody>
      </p:sp>
    </p:spTree>
    <p:extLst>
      <p:ext uri="{BB962C8B-B14F-4D97-AF65-F5344CB8AC3E}">
        <p14:creationId xmlns:p14="http://schemas.microsoft.com/office/powerpoint/2010/main" val="3001473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17"/>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Trained humans agree on 89% of grooming frames</a:t>
            </a:r>
            <a:endParaRPr/>
          </a:p>
        </p:txBody>
      </p:sp>
      <p:sp>
        <p:nvSpPr>
          <p:cNvPr id="927" name="Google Shape;927;p17"/>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Geuther et al., eLife 2021;10:e63207 (CC BY 4.0)</a:t>
            </a:r>
            <a:endParaRPr sz="1400" b="0" i="0" u="none" strike="noStrike" cap="none">
              <a:solidFill>
                <a:srgbClr val="000000"/>
              </a:solidFill>
              <a:latin typeface="Arial"/>
              <a:ea typeface="Arial"/>
              <a:cs typeface="Arial"/>
              <a:sym typeface="Arial"/>
            </a:endParaRPr>
          </a:p>
        </p:txBody>
      </p:sp>
      <p:pic>
        <p:nvPicPr>
          <p:cNvPr id="928" name="Google Shape;925;p17" descr="Plot of grooming labels from five observers across six videos over five minutes; the five observers' colored bars line up for most grooming bouts, with a few marks from a single observer."/>
          <p:cNvPicPr>
            <a:picLocks noChangeAspect="1"/>
          </p:cNvPicPr>
          <p:nvPr/>
        </p:nvPicPr>
        <p:blipFill>
          <a:blip r:embed="rId3"/>
          <a:srcRect/>
          <a:stretch>
            <a:fillRect/>
          </a:stretch>
        </p:blipFill>
        <p:spPr>
          <a:xfrm>
            <a:off x="941832" y="960120"/>
            <a:ext cx="4754880" cy="2122405"/>
          </a:xfrm>
          <a:prstGeom prst="rect">
            <a:avLst/>
          </a:prstGeom>
        </p:spPr>
      </p:pic>
      <p:pic>
        <p:nvPicPr>
          <p:cNvPr id="929" name="Google Shape;926;p17" descr="Heat map of agreement between each pair of the five observers; every pair agrees between 0.858 and 0.912, shown in blue."/>
          <p:cNvPicPr>
            <a:picLocks noChangeAspect="1"/>
          </p:cNvPicPr>
          <p:nvPr/>
        </p:nvPicPr>
        <p:blipFill>
          <a:blip r:embed="rId4"/>
          <a:srcRect l="14409" r="16909"/>
          <a:stretch>
            <a:fillRect/>
          </a:stretch>
        </p:blipFill>
        <p:spPr>
          <a:xfrm>
            <a:off x="5806440" y="960120"/>
            <a:ext cx="3017520" cy="2028987"/>
          </a:xfrm>
          <a:prstGeom prst="rect">
            <a:avLst/>
          </a:prstGeom>
        </p:spPr>
      </p:pic>
      <p:sp>
        <p:nvSpPr>
          <p:cNvPr id="930" name="Takeaway"/>
          <p:cNvSpPr txBox="1"/>
          <p:nvPr/>
        </p:nvSpPr>
        <p:spPr>
          <a:xfrm>
            <a:off x="941832" y="3219685"/>
            <a:ext cx="7882127" cy="640080"/>
          </a:xfrm>
          <a:prstGeom prst="rect">
            <a:avLst/>
          </a:prstGeom>
          <a:noFill/>
        </p:spPr>
        <p:txBody>
          <a:bodyPr wrap="square" anchor="t">
            <a:spAutoFit/>
          </a:bodyPr>
          <a:lstStyle/>
          <a:p>
            <a:r>
              <a:rPr sz="1600" b="1">
                <a:solidFill>
                  <a:srgbClr val="002D72"/>
                </a:solidFill>
                <a:latin typeface="Arial"/>
              </a:rPr>
              <a:t>Dense labels from trained humans set the ceiling a classifier is judged against.</a:t>
            </a:r>
          </a:p>
        </p:txBody>
      </p:sp>
    </p:spTree>
    <p:extLst>
      <p:ext uri="{BB962C8B-B14F-4D97-AF65-F5344CB8AC3E}">
        <p14:creationId xmlns:p14="http://schemas.microsoft.com/office/powerpoint/2010/main" val="924867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p21"/>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Compare bouts, not frames: the ethograph</a:t>
            </a:r>
            <a:endParaRPr/>
          </a:p>
        </p:txBody>
      </p:sp>
      <p:pic>
        <p:nvPicPr>
          <p:cNvPr id="957" name="Google Shape;957;p21" descr="Top: an ethogram of two annotators' grooming bouts across about 16,000 frames. Below: the matching ethograph, where each bout is a dot sized by its length and lines between the two annotators show overlap; a zoomed section shows matched and unmatched bouts."/>
          <p:cNvPicPr preferRelativeResize="0"/>
          <p:nvPr/>
        </p:nvPicPr>
        <p:blipFill rotWithShape="1">
          <a:blip r:embed="rId3">
            <a:alphaModFix/>
          </a:blip>
          <a:srcRect t="2683" r="3458"/>
          <a:stretch/>
        </p:blipFill>
        <p:spPr>
          <a:xfrm>
            <a:off x="941832" y="914400"/>
            <a:ext cx="7882127" cy="2397078"/>
          </a:xfrm>
          <a:prstGeom prst="rect">
            <a:avLst/>
          </a:prstGeom>
          <a:noFill/>
          <a:ln>
            <a:noFill/>
          </a:ln>
        </p:spPr>
      </p:pic>
      <p:sp>
        <p:nvSpPr>
          <p:cNvPr id="958" name="Google Shape;958;p21"/>
          <p:cNvSpPr txBox="1"/>
          <p:nvPr/>
        </p:nvSpPr>
        <p:spPr>
          <a:xfrm>
            <a:off x="941832" y="3402918"/>
            <a:ext cx="7882127" cy="32918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Nodes = bouts (the sentences); edges = overlap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Most disagreement is at bout edges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Bout agreement at ≥50% overlap</a:t>
            </a:r>
            <a:endParaRPr sz="1400" b="0" i="0" u="none" strike="noStrike" cap="none">
              <a:solidFill>
                <a:srgbClr val="000000"/>
              </a:solidFill>
              <a:latin typeface="Arial"/>
              <a:ea typeface="Arial"/>
              <a:cs typeface="Arial"/>
              <a:sym typeface="Arial"/>
            </a:endParaRPr>
          </a:p>
        </p:txBody>
      </p:sp>
      <p:sp>
        <p:nvSpPr>
          <p:cNvPr id="959" name="Google Shape;959;p21"/>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Choudhary et al., eLife 2026;14:e107259 (CC BY 4.0)</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198413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12"/>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Pose-based classifiers need little labeled data</a:t>
            </a:r>
            <a:endParaRPr/>
          </a:p>
        </p:txBody>
      </p:sp>
      <p:pic>
        <p:nvPicPr>
          <p:cNvPr id="887" name="Google Shape;887;p12" descr="Two box plots against the number of training videos, from 10 to 1100: accuracy on the left and AUROC on the right, for XGBoost and Random Forest. Both rise with more videos and XGBoost is higher at every size."/>
          <p:cNvPicPr preferRelativeResize="0"/>
          <p:nvPr/>
        </p:nvPicPr>
        <p:blipFill rotWithShape="1">
          <a:blip r:embed="rId3">
            <a:alphaModFix/>
          </a:blip>
          <a:srcRect l="1613" t="8592" r="1075"/>
          <a:stretch/>
        </p:blipFill>
        <p:spPr>
          <a:xfrm>
            <a:off x="941832" y="1316859"/>
            <a:ext cx="5212080" cy="2669801"/>
          </a:xfrm>
          <a:prstGeom prst="rect">
            <a:avLst/>
          </a:prstGeom>
          <a:noFill/>
          <a:ln>
            <a:noFill/>
          </a:ln>
        </p:spPr>
      </p:pic>
      <p:sp>
        <p:nvSpPr>
          <p:cNvPr id="888" name="Google Shape;888;p12"/>
          <p:cNvSpPr txBox="1"/>
          <p:nvPr/>
        </p:nvSpPr>
        <p:spPr>
          <a:xfrm>
            <a:off x="6355080" y="941832"/>
            <a:ext cx="2468880" cy="32918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10 videos (~1.3% of frames): accuracy ≈85%, AUROC ≈0.94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Halving the training data costs only ≈1% TPR at 5% FPR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XGBoost beats Random Forest at every size</a:t>
            </a:r>
            <a:endParaRPr sz="1400" b="0" i="0" u="none" strike="noStrike" cap="none">
              <a:solidFill>
                <a:srgbClr val="000000"/>
              </a:solidFill>
              <a:latin typeface="Arial"/>
              <a:ea typeface="Arial"/>
              <a:cs typeface="Arial"/>
              <a:sym typeface="Arial"/>
            </a:endParaRPr>
          </a:p>
        </p:txBody>
      </p:sp>
      <p:sp>
        <p:nvSpPr>
          <p:cNvPr id="889" name="Google Shape;889;p12"/>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Choudhary et al., eLife 2026;14:e107259 (CC BY 4.0)</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800431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13"/>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With few labels, keypoints beat raw pixels</a:t>
            </a:r>
            <a:endParaRPr/>
          </a:p>
        </p:txBody>
      </p:sp>
      <p:pic>
        <p:nvPicPr>
          <p:cNvPr id="895" name="Google Shape;895;p13" descr="Left: true positive rate at 5% false positive rate rising from about 0.65 with 10 training videos to about 0.92 with 1100. Right: AUROC against training videos for JABS, JAABA and a 3D CNN; JABS is highest when training videos are few, and the methods converge with many."/>
          <p:cNvPicPr preferRelativeResize="0"/>
          <p:nvPr/>
        </p:nvPicPr>
        <p:blipFill rotWithShape="1">
          <a:blip r:embed="rId3">
            <a:alphaModFix/>
          </a:blip>
          <a:srcRect l="1920" t="8219" r="77" b="1370"/>
          <a:stretch/>
        </p:blipFill>
        <p:spPr>
          <a:xfrm>
            <a:off x="941832" y="1303808"/>
            <a:ext cx="5212080" cy="2695903"/>
          </a:xfrm>
          <a:prstGeom prst="rect">
            <a:avLst/>
          </a:prstGeom>
          <a:noFill/>
          <a:ln>
            <a:noFill/>
          </a:ln>
        </p:spPr>
      </p:pic>
      <p:sp>
        <p:nvSpPr>
          <p:cNvPr id="896" name="Google Shape;896;p13"/>
          <p:cNvSpPr txBox="1"/>
          <p:nvPr/>
        </p:nvSpPr>
        <p:spPr>
          <a:xfrm>
            <a:off x="6355080" y="941832"/>
            <a:ext cx="2468880" cy="32918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With few labels, pose-based JABS beats JAABA and a 3D CNN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12 keypoints per frame: far fewer numbers to learn from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The gap closes as labels increase</a:t>
            </a:r>
            <a:endParaRPr sz="1400" b="0" i="0" u="none" strike="noStrike" cap="none">
              <a:solidFill>
                <a:srgbClr val="000000"/>
              </a:solidFill>
              <a:latin typeface="Arial"/>
              <a:ea typeface="Arial"/>
              <a:cs typeface="Arial"/>
              <a:sym typeface="Arial"/>
            </a:endParaRPr>
          </a:p>
        </p:txBody>
      </p:sp>
      <p:sp>
        <p:nvSpPr>
          <p:cNvPr id="897" name="Google Shape;897;p13"/>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Choudhary et al., eLife 2026;14:e107259 (CC BY 4.0)</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04832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27"/>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Example: strain surveys reveal heritable variation in grooming</a:t>
            </a:r>
            <a:endParaRPr/>
          </a:p>
        </p:txBody>
      </p:sp>
      <p:sp>
        <p:nvSpPr>
          <p:cNvPr id="996" name="Google Shape;996;p27"/>
          <p:cNvSpPr txBox="1"/>
          <p:nvPr/>
        </p:nvSpPr>
        <p:spPr>
          <a:xfrm>
            <a:off x="6263640" y="941832"/>
            <a:ext cx="2560320" cy="32918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2457 mice from 62 strains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Smooth gradient in total grooming time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Wild-derived strains groom more, in longer bouts</a:t>
            </a:r>
            <a:endParaRPr sz="1400" b="0" i="0" u="none" strike="noStrike" cap="none">
              <a:solidFill>
                <a:srgbClr val="000000"/>
              </a:solidFill>
              <a:latin typeface="Arial"/>
              <a:ea typeface="Arial"/>
              <a:cs typeface="Arial"/>
              <a:sym typeface="Arial"/>
            </a:endParaRPr>
          </a:p>
        </p:txBody>
      </p:sp>
      <p:sp>
        <p:nvSpPr>
          <p:cNvPr id="997" name="Google Shape;997;p27"/>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Geuther et al., eLife 2021;10:e63207 (CC BY 4.0)</a:t>
            </a:r>
            <a:endParaRPr sz="1400" b="0" i="0" u="none" strike="noStrike" cap="none">
              <a:solidFill>
                <a:srgbClr val="000000"/>
              </a:solidFill>
              <a:latin typeface="Arial"/>
              <a:ea typeface="Arial"/>
              <a:cs typeface="Arial"/>
              <a:sym typeface="Arial"/>
            </a:endParaRPr>
          </a:p>
        </p:txBody>
      </p:sp>
      <p:pic>
        <p:nvPicPr>
          <p:cNvPr id="998" name="Google Shape;995;p27" descr="Top: total grooming time in minutes for each of 62 mouse strains, ordered from low to high, one dot per mouse (red female, blue male). Bottom: grooming ethograms over time for BTBR, SJL/J, C57BL/6J and BALB/cByJ males and females."/>
          <p:cNvPicPr>
            <a:picLocks noChangeAspect="1"/>
          </p:cNvPicPr>
          <p:nvPr/>
        </p:nvPicPr>
        <p:blipFill>
          <a:blip r:embed="rId3"/>
          <a:srcRect/>
          <a:stretch>
            <a:fillRect/>
          </a:stretch>
        </p:blipFill>
        <p:spPr>
          <a:xfrm>
            <a:off x="941832" y="1021302"/>
            <a:ext cx="5120640" cy="326091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28"/>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Backup: grooming measures differ in how heritable they are</a:t>
            </a:r>
            <a:endParaRPr/>
          </a:p>
        </p:txBody>
      </p:sp>
      <p:sp>
        <p:nvSpPr>
          <p:cNvPr id="1004" name="Google Shape;1004;p28"/>
          <p:cNvSpPr txBox="1"/>
          <p:nvPr/>
        </p:nvSpPr>
        <p:spPr>
          <a:xfrm>
            <a:off x="5532120" y="941832"/>
            <a:ext cx="3291840" cy="32918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Heritability (PVE): the share of variation explained by genetic variants, 0 to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Grooming measures span about 0.05 to 0.6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20 and 55 minute measures are more heritable than 5 minute ones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Two classifiers, same behavior: prefer the more heritable</a:t>
            </a:r>
            <a:endParaRPr sz="1400" b="0" i="0" u="none" strike="noStrike" cap="none">
              <a:solidFill>
                <a:srgbClr val="000000"/>
              </a:solidFill>
              <a:latin typeface="Arial"/>
              <a:ea typeface="Arial"/>
              <a:cs typeface="Arial"/>
              <a:sym typeface="Arial"/>
            </a:endParaRPr>
          </a:p>
        </p:txBody>
      </p:sp>
      <p:sp>
        <p:nvSpPr>
          <p:cNvPr id="1005" name="Google Shape;1005;p28"/>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Geuther et al., eLife 2021;10:e63207, Fig 9A (CC BY 4.0)</a:t>
            </a:r>
            <a:endParaRPr sz="1400" b="0" i="0" u="none" strike="noStrike" cap="none">
              <a:solidFill>
                <a:srgbClr val="000000"/>
              </a:solidFill>
              <a:latin typeface="Arial"/>
              <a:ea typeface="Arial"/>
              <a:cs typeface="Arial"/>
              <a:sym typeface="Arial"/>
            </a:endParaRPr>
          </a:p>
        </p:txBody>
      </p:sp>
      <p:pic>
        <p:nvPicPr>
          <p:cNvPr id="1006" name="Google Shape;1003;p28" descr="Bar chart of the percent of variance explained by SNPs (PVE), from 0 to about 0.7, for grooming and open-field phenotypes, colored by group: activity, anxiety, grooming pattern and grooming quantity. Distance traveled bars are highest; bout-length slope and peak-time bars are lowest."/>
          <p:cNvPicPr>
            <a:picLocks noChangeAspect="1"/>
          </p:cNvPicPr>
          <p:nvPr/>
        </p:nvPicPr>
        <p:blipFill>
          <a:blip r:embed="rId3"/>
          <a:srcRect r="1496" b="1037"/>
          <a:stretch>
            <a:fillRect/>
          </a:stretch>
        </p:blipFill>
        <p:spPr>
          <a:xfrm>
            <a:off x="941832" y="978210"/>
            <a:ext cx="4389120" cy="334709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p29"/>
          <p:cNvSpPr txBox="1">
            <a:spLocks noGrp="1"/>
          </p:cNvSpPr>
          <p:nvPr>
            <p:ph type="title"/>
          </p:nvPr>
        </p:nvSpPr>
        <p:spPr>
          <a:xfrm>
            <a:off x="941832" y="228600"/>
            <a:ext cx="7882127" cy="54864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accent1"/>
              </a:buClr>
              <a:buSzPts val="2200"/>
              <a:buFont typeface="Arial"/>
              <a:buNone/>
            </a:pPr>
            <a:r>
              <a:rPr lang="en-US" sz="2200"/>
              <a:t>JABS-AI: share a classifier, get strain-survey genetics back</a:t>
            </a:r>
            <a:endParaRPr/>
          </a:p>
        </p:txBody>
      </p:sp>
      <p:pic>
        <p:nvPicPr>
          <p:cNvPr id="1011" name="Google Shape;1011;p29" descr="JABS-AI web app overview: a classifier trained in JABS-AL is uploaded, runs on a strain-survey dataset, and returns strain behavior plots, heritability and genetic correlation; below, a screenshot of the classifier library and results."/>
          <p:cNvPicPr preferRelativeResize="0"/>
          <p:nvPr/>
        </p:nvPicPr>
        <p:blipFill rotWithShape="1">
          <a:blip r:embed="rId3">
            <a:alphaModFix/>
          </a:blip>
          <a:srcRect/>
          <a:stretch/>
        </p:blipFill>
        <p:spPr>
          <a:xfrm>
            <a:off x="1188720" y="912982"/>
            <a:ext cx="3840480" cy="3477554"/>
          </a:xfrm>
          <a:prstGeom prst="rect">
            <a:avLst/>
          </a:prstGeom>
          <a:noFill/>
          <a:ln>
            <a:noFill/>
          </a:ln>
        </p:spPr>
      </p:pic>
      <p:sp>
        <p:nvSpPr>
          <p:cNvPr id="1012" name="Google Shape;1012;p29"/>
          <p:cNvSpPr txBox="1"/>
          <p:nvPr/>
        </p:nvSpPr>
        <p:spPr>
          <a:xfrm>
            <a:off x="5349240" y="941832"/>
            <a:ext cx="3474720" cy="32918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Upload a JABS-AL classifier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Runs on JABS600 or JABS1200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Returns strain heatmap, heritability, genetic correlation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595F69"/>
              </a:buClr>
              <a:buSzPts val="1200"/>
              <a:buFont typeface="Arial"/>
              <a:buNone/>
            </a:pPr>
            <a:r>
              <a:rPr lang="en-US" sz="1600" b="0" i="0" u="none" strike="noStrike" cap="none">
                <a:solidFill>
                  <a:srgbClr val="595F69"/>
                </a:solidFill>
                <a:latin typeface="Arial"/>
                <a:ea typeface="Arial"/>
                <a:cs typeface="Arial"/>
                <a:sym typeface="Arial"/>
              </a:rPr>
              <a:t>Download others' classifiers</a:t>
            </a:r>
            <a:endParaRPr sz="1400" b="0" i="0" u="none" strike="noStrike" cap="none">
              <a:solidFill>
                <a:srgbClr val="000000"/>
              </a:solidFill>
              <a:latin typeface="Arial"/>
              <a:ea typeface="Arial"/>
              <a:cs typeface="Arial"/>
              <a:sym typeface="Arial"/>
            </a:endParaRPr>
          </a:p>
        </p:txBody>
      </p:sp>
      <p:sp>
        <p:nvSpPr>
          <p:cNvPr id="1013" name="Google Shape;1013;p29"/>
          <p:cNvSpPr txBox="1"/>
          <p:nvPr/>
        </p:nvSpPr>
        <p:spPr>
          <a:xfrm>
            <a:off x="941832" y="4507992"/>
            <a:ext cx="7882127"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95F69"/>
              </a:buClr>
              <a:buSzPts val="800"/>
              <a:buFont typeface="Arial"/>
              <a:buNone/>
            </a:pPr>
            <a:r>
              <a:rPr lang="en-US" sz="1000" b="0" i="0" u="none" strike="noStrike" cap="none">
                <a:solidFill>
                  <a:srgbClr val="595F69"/>
                </a:solidFill>
                <a:latin typeface="Arial"/>
                <a:ea typeface="Arial"/>
                <a:cs typeface="Arial"/>
                <a:sym typeface="Arial"/>
              </a:rPr>
              <a:t>Choudhary et al., eLife 2026;14:e107259 (CC BY 4.0)</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Default">
  <a:themeElements>
    <a:clrScheme name="Default">
      <a:dk1>
        <a:srgbClr val="2C2A29"/>
      </a:dk1>
      <a:lt1>
        <a:srgbClr val="FFFFFF"/>
      </a:lt1>
      <a:dk2>
        <a:srgbClr val="A7A7A7"/>
      </a:dk2>
      <a:lt2>
        <a:srgbClr val="535353"/>
      </a:lt2>
      <a:accent1>
        <a:srgbClr val="0085CA"/>
      </a:accent1>
      <a:accent2>
        <a:srgbClr val="002D72"/>
      </a:accent2>
      <a:accent3>
        <a:srgbClr val="F1C400"/>
      </a:accent3>
      <a:accent4>
        <a:srgbClr val="DC582A"/>
      </a:accent4>
      <a:accent5>
        <a:srgbClr val="8A1B61"/>
      </a:accent5>
      <a:accent6>
        <a:srgbClr val="00515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0085CA"/>
      </a:accent1>
      <a:accent2>
        <a:srgbClr val="002D72"/>
      </a:accent2>
      <a:accent3>
        <a:srgbClr val="F1C400"/>
      </a:accent3>
      <a:accent4>
        <a:srgbClr val="DC582A"/>
      </a:accent4>
      <a:accent5>
        <a:srgbClr val="8A1B61"/>
      </a:accent5>
      <a:accent6>
        <a:srgbClr val="00515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3321</Words>
  <Application>Microsoft Office PowerPoint</Application>
  <PresentationFormat>On-screen Show (16:9)</PresentationFormat>
  <Paragraphs>204</Paragraphs>
  <Slides>26</Slides>
  <Notes>25</Notes>
  <HiddenSlides>0</HiddenSlides>
  <MMClips>4</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26</vt:i4>
      </vt:variant>
    </vt:vector>
  </HeadingPairs>
  <TitlesOfParts>
    <vt:vector size="28" baseType="lpstr">
      <vt:lpstr>Arial</vt:lpstr>
      <vt:lpstr>Default</vt:lpstr>
      <vt:lpstr>From Pose to Behavior with JABS</vt:lpstr>
      <vt:lpstr>JABS is one system from arena to genetics</vt:lpstr>
      <vt:lpstr>Pose QC: what we did before labeling</vt:lpstr>
      <vt:lpstr>From labels to a classifier</vt:lpstr>
      <vt:lpstr>What a labeled grooming bout looks like</vt:lpstr>
      <vt:lpstr>Label sparsely while training; label densely only to validate</vt:lpstr>
      <vt:lpstr>Accuracy hides disagreement when behavior is rare</vt:lpstr>
      <vt:lpstr>JABS-AL: label sparsely in the GUI, train in seconds</vt:lpstr>
      <vt:lpstr>Behavior is temporal: choose the window to match the behavior</vt:lpstr>
      <vt:lpstr>An analogy: two people transcribe the same speech</vt:lpstr>
      <vt:lpstr>Stitch and filter before comparing classifiers</vt:lpstr>
      <vt:lpstr>Is the classifier right?</vt:lpstr>
      <vt:lpstr>What performance mean?</vt:lpstr>
      <vt:lpstr>From behavior to biology</vt:lpstr>
      <vt:lpstr>Concept: predictions become phenotypes</vt:lpstr>
      <vt:lpstr>Take it home</vt:lpstr>
      <vt:lpstr>References</vt:lpstr>
      <vt:lpstr>Backup</vt:lpstr>
      <vt:lpstr>Classifiers transfer only when the video matches</vt:lpstr>
      <vt:lpstr>Trained humans agree on 89% of grooming frames</vt:lpstr>
      <vt:lpstr>Compare bouts, not frames: the ethograph</vt:lpstr>
      <vt:lpstr>Pose-based classifiers need little labeled data</vt:lpstr>
      <vt:lpstr>With few labels, keypoints beat raw pixels</vt:lpstr>
      <vt:lpstr>Example: strain surveys reveal heritable variation in grooming</vt:lpstr>
      <vt:lpstr>Backup: grooming measures differ in how heritable they are</vt:lpstr>
      <vt:lpstr>JABS-AI: share a classifier, get strain-survey genetics 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1</cp:revision>
  <dcterms:modified xsi:type="dcterms:W3CDTF">2026-10-13T18:34:36Z</dcterms:modified>
</cp:coreProperties>
</file>